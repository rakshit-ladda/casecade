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2d594486f54448" /><Relationship Type="http://schemas.openxmlformats.org/officeDocument/2006/relationships/extended-properties" Target="/docProps/app.xml" Id="Rd93e5b30d2d1443f" /><Relationship Type="http://schemas.openxmlformats.org/officeDocument/2006/relationships/officeDocument" Target="/ppt/presentation.xml" Id="R6be922d7087547c9" /></Relationships>
</file>

<file path=ppt/presentation.xml><?xml version="1.0" encoding="utf-8"?>
<p:presentation xmlns:p="http://schemas.openxmlformats.org/presentationml/2006/main">
  <p:sldMasterIdLst>
    <p:sldMasterId xmlns:r="http://schemas.openxmlformats.org/officeDocument/2006/relationships" id="2147483648" r:id="R15424f0e493f4a43"/>
  </p:sldMasterIdLst>
  <p:notesMasterIdLst>
    <p:notesMasterId xmlns:r="http://schemas.openxmlformats.org/officeDocument/2006/relationships" r:id="R4cfd0bc3b16c489d"/>
  </p:notesMasterIdLst>
  <p:sldIdLst>
    <p:sldId xmlns:r="http://schemas.openxmlformats.org/officeDocument/2006/relationships" id="256" r:id="R549ab392d1344667"/>
    <p:sldId xmlns:r="http://schemas.openxmlformats.org/officeDocument/2006/relationships" id="257" r:id="Ra655b957846b4c6e"/>
    <p:sldId xmlns:r="http://schemas.openxmlformats.org/officeDocument/2006/relationships" id="258" r:id="Rb9d32f65a0a74aa3"/>
    <p:sldId xmlns:r="http://schemas.openxmlformats.org/officeDocument/2006/relationships" id="259" r:id="R0589e8a1008f4792"/>
    <p:sldId xmlns:r="http://schemas.openxmlformats.org/officeDocument/2006/relationships" id="260" r:id="Ra80f5a5ae6f44c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ae33bfca9b4890" /><Relationship Type="http://schemas.openxmlformats.org/officeDocument/2006/relationships/slideMaster" Target="/ppt/slideMasters/slideMaster1.xml" Id="R15424f0e493f4a43" /><Relationship Type="http://schemas.openxmlformats.org/officeDocument/2006/relationships/notesMaster" Target="/ppt/notesMasters/notesMaster1.xml" Id="R4cfd0bc3b16c489d" /><Relationship Type="http://schemas.openxmlformats.org/officeDocument/2006/relationships/presProps" Target="/ppt/presProps.xml" Id="Raf6f3b10103e44d9" /><Relationship Type="http://schemas.openxmlformats.org/officeDocument/2006/relationships/tableStyles" Target="/ppt/tableStyles.xml" Id="R6d3c1fa7681e43fc" /><Relationship Type="http://schemas.openxmlformats.org/officeDocument/2006/relationships/slide" Target="/ppt/slides/slide1.xml" Id="R549ab392d1344667" /><Relationship Type="http://schemas.openxmlformats.org/officeDocument/2006/relationships/slide" Target="/ppt/slides/slide2.xml" Id="Ra655b957846b4c6e" /><Relationship Type="http://schemas.openxmlformats.org/officeDocument/2006/relationships/slide" Target="/ppt/slides/slide3.xml" Id="Rb9d32f65a0a74aa3" /><Relationship Type="http://schemas.openxmlformats.org/officeDocument/2006/relationships/slide" Target="/ppt/slides/slide4.xml" Id="R0589e8a1008f4792" /><Relationship Type="http://schemas.openxmlformats.org/officeDocument/2006/relationships/slide" Target="/ppt/slides/slide5.xml" Id="Ra80f5a5ae6f44c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9eb177097a41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bf060784304018" /><Relationship Type="http://schemas.openxmlformats.org/officeDocument/2006/relationships/notesMaster" Target="/ppt/notesMasters/notesMaster1.xml" Id="R2192b7be150047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ba69a5168a49bf" /><Relationship Type="http://schemas.openxmlformats.org/officeDocument/2006/relationships/notesMaster" Target="/ppt/notesMasters/notesMaster1.xml" Id="Rc56dc1a1adaf48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ec08f6f4124a21" /><Relationship Type="http://schemas.openxmlformats.org/officeDocument/2006/relationships/notesMaster" Target="/ppt/notesMasters/notesMaster1.xml" Id="R5b5f30bcfebf4e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5fb10550cf49fd" /><Relationship Type="http://schemas.openxmlformats.org/officeDocument/2006/relationships/notesMaster" Target="/ppt/notesMasters/notesMaster1.xml" Id="Rc5ff5533a4f949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aba4bdc87d430c" /><Relationship Type="http://schemas.openxmlformats.org/officeDocument/2006/relationships/notesMaster" Target="/ppt/notesMasters/notesMaster1.xml" Id="R5cea7490a5de46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“Every notification asks you to decide between staying focused and checking whether it matters. AttentionTwin gives that decision back to the user. It is an Android prototype: you set the rules, and you can pause or change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role in plain language. Allow leaves alerts alone. Block in focus is a firm rule while focus is active, unless a safety exception applies. Smart uses a local estimate only for the Smart role and chooses allow or defer. Always allow is the app’s visible label for the Important role. We do not claim every emergency can be recognized, so the user can always leave a critical app on Always allow.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three steps. Notification handling is local on the phone and does not require a laptop backend. Important limitation: Android delivers a listener callback after posting the notification, so the banner can briefly flash. DND is optional, needs notification policy access, and device behavior must be checked. Android controls when snoozed notifications return; the app cannot unsnooze early.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builds trust. Say that the app and decision logic exist, but code evidence is not the same as phone evidence. The project owner supplied a successful Android unit-test/build output; the frontend build also passed. We have not validated real WhatsApp delivery, reboot, lock screen, force-stop, DND restoration or Xiaomi autostart/battery behavior on the Redmi. The Smart/backend model uses synthetic data and is not proven personal intelligence.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“We are asking for help validating this on real phones and, next, with an opt-in pilot. We will measure whether it helps people complete focus sessions before making claims about impact or personalization. AttentionTwin: you choose what waits.” Research note: S. T. Iqbal and E. Horvitz, “Disruption and Recovery of Computing Tasks: Field Study, Analysis, and Directions,” CHI 2007. Field study of 27 information workers over two weeks; reported interruption and recovery durations in desktop information work. These findings motivate the problem only; they are not a phone-specific AttentionTwin outcome. https://www.microsoft.com/en-us/research/wp-content/uploads/2016/11/CHI_2007_Iqbal_Horvitz-1.pdf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508f0e337b4e8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5314ba5ae5c48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8d2460c23f49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4c960d55ef844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07cc01c7c249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784b14cfe740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2458BC-2388-46DF-823B-F2464F4A030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E51D10C-FEA7-49A3-80D5-E563553FAB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B561BD2-5A46-42FF-88D8-B5C3870F976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CC82DE-ED8F-4EE0-9E64-E17FBA06A7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C0CE338-EA0B-46D1-A0DA-DF0280D8AF6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AE8A02F-E47A-4E7E-A207-B0FD28EA3A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DA4AAD-75A7-4CE6-B937-082B361534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5ADD7D-3D05-4A5C-B906-45C8E985132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2B5A6B-6063-45D5-A512-7A1FEC56AF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D4CA4D-DBB8-4443-9FDC-3FE7E803EC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8b641fedc04a9e" /><Relationship Type="http://schemas.openxmlformats.org/officeDocument/2006/relationships/slideLayout" Target="/ppt/slideLayouts/slideLayout1.xml" Id="R38a8098f69ea48a0" /><Relationship Type="http://schemas.openxmlformats.org/officeDocument/2006/relationships/slideLayout" Target="/ppt/slideLayouts/slideLayout2.xml" Id="R89307945f6bf4bbb" /><Relationship Type="http://schemas.openxmlformats.org/officeDocument/2006/relationships/slideLayout" Target="/ppt/slideLayouts/slideLayout3.xml" Id="Ra1e8109114654455" /><Relationship Type="http://schemas.openxmlformats.org/officeDocument/2006/relationships/slideLayout" Target="/ppt/slideLayouts/slideLayout4.xml" Id="Rd417885f36344145" /><Relationship Type="http://schemas.openxmlformats.org/officeDocument/2006/relationships/slideLayout" Target="/ppt/slideLayouts/slideLayout5.xml" Id="R8d66c9b5e0ef4c70" /><Relationship Type="http://schemas.openxmlformats.org/officeDocument/2006/relationships/slideLayout" Target="/ppt/slideLayouts/slideLayout6.xml" Id="Rc489613a58e24c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a8098f69ea48a0"/>
    <p:sldLayoutId xmlns:r="http://schemas.openxmlformats.org/officeDocument/2006/relationships" id="2147483650" r:id="R89307945f6bf4bbb"/>
    <p:sldLayoutId xmlns:r="http://schemas.openxmlformats.org/officeDocument/2006/relationships" id="2147483651" r:id="Ra1e8109114654455"/>
    <p:sldLayoutId xmlns:r="http://schemas.openxmlformats.org/officeDocument/2006/relationships" id="2147483652" r:id="Rd417885f36344145"/>
    <p:sldLayoutId xmlns:r="http://schemas.openxmlformats.org/officeDocument/2006/relationships" id="2147483653" r:id="R8d66c9b5e0ef4c70"/>
    <p:sldLayoutId xmlns:r="http://schemas.openxmlformats.org/officeDocument/2006/relationships" id="2147483654" r:id="Rc489613a58e24c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b803237b3564f64" /><Relationship Type="http://schemas.openxmlformats.org/officeDocument/2006/relationships/notesSlide" Target="/ppt/notesSlides/notesSlide1.xml" Id="Rb3d6c055b06e46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f19471dcdde42b8" /><Relationship Type="http://schemas.openxmlformats.org/officeDocument/2006/relationships/notesSlide" Target="/ppt/notesSlides/notesSlide2.xml" Id="R32564912186749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2a239e9465b4f33" /><Relationship Type="http://schemas.openxmlformats.org/officeDocument/2006/relationships/notesSlide" Target="/ppt/notesSlides/notesSlide3.xml" Id="Rae4e2cb1b67242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514bf90453e4d18" /><Relationship Type="http://schemas.openxmlformats.org/officeDocument/2006/relationships/notesSlide" Target="/ppt/notesSlides/notesSlide4.xml" Id="Ra120ed81e28d4e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0d36413f4c24d95" /><Relationship Type="http://schemas.openxmlformats.org/officeDocument/2006/relationships/notesSlide" Target="/ppt/notesSlides/notesSlide5.xml" Id="R5ba43c73a53c4554" /></Relationships>
</file>

<file path=ppt/slides/slide1.xml><?xml version="1.0" encoding="utf-8"?>
<p:sld xmlns:p="http://schemas.openxmlformats.org/presentationml/2006/main">
  <p:cSld>
    <p:bg>
      <p:bgPr>
        <a:solidFill xmlns:a="http://schemas.openxmlformats.org/drawingml/2006/main">
          <a:srgbClr val="101B2D"/>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0C0724FA-A4DA-4935-B180-3D5B0A9255E8}"/>
              </a:ext>
            </a:extLst>
          </p:cNvPr>
          <p:cNvSpPr>
            <a:spLocks xmlns:a="http://schemas.openxmlformats.org/drawingml/2006/main" noGrp="1"/>
          </p:cNvSpPr>
          <p:nvPr/>
        </p:nvSpPr>
        <p:spPr>
          <a:xfrm xmlns:a="http://schemas.openxmlformats.org/drawingml/2006/main">
            <a:off x="685800" y="3619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AFC0D1"/>
                </a:solidFill>
                <a:latin typeface="Arial"/>
                <a:ea typeface="Arial"/>
                <a:cs typeface="Arial"/>
              </a:defRPr>
            </a:defPPr>
            <a:lvl1pPr algn="l">
              <a:defRPr sz="1050" b="1">
                <a:solidFill>
                  <a:srgbClr val="AFC0D1"/>
                </a:solidFill>
                <a:latin typeface="Arial"/>
                <a:ea typeface="Arial"/>
                <a:cs typeface="Arial"/>
              </a:defRPr>
            </a:lvl1pPr>
            <a:lvl2pPr algn="l">
              <a:defRPr sz="1050" b="1">
                <a:solidFill>
                  <a:srgbClr val="AFC0D1"/>
                </a:solidFill>
                <a:latin typeface="Arial"/>
                <a:ea typeface="Arial"/>
                <a:cs typeface="Arial"/>
              </a:defRPr>
            </a:lvl2pPr>
            <a:lvl3pPr algn="l">
              <a:defRPr sz="1050" b="1">
                <a:solidFill>
                  <a:srgbClr val="AFC0D1"/>
                </a:solidFill>
                <a:latin typeface="Arial"/>
                <a:ea typeface="Arial"/>
                <a:cs typeface="Arial"/>
              </a:defRPr>
            </a:lvl3pPr>
            <a:lvl4pPr algn="l">
              <a:defRPr sz="1050" b="1">
                <a:solidFill>
                  <a:srgbClr val="AFC0D1"/>
                </a:solidFill>
                <a:latin typeface="Arial"/>
                <a:ea typeface="Arial"/>
                <a:cs typeface="Arial"/>
              </a:defRPr>
            </a:lvl4pPr>
            <a:lvl5pPr algn="l">
              <a:defRPr sz="1050" b="1">
                <a:solidFill>
                  <a:srgbClr val="AFC0D1"/>
                </a:solidFill>
                <a:latin typeface="Arial"/>
                <a:ea typeface="Arial"/>
                <a:cs typeface="Arial"/>
              </a:defRPr>
            </a:lvl5pPr>
            <a:lvl6pPr algn="l">
              <a:defRPr sz="1050" b="1">
                <a:solidFill>
                  <a:srgbClr val="AFC0D1"/>
                </a:solidFill>
                <a:latin typeface="Arial"/>
                <a:ea typeface="Arial"/>
                <a:cs typeface="Arial"/>
              </a:defRPr>
            </a:lvl6pPr>
            <a:lvl7pPr algn="l">
              <a:defRPr sz="1050" b="1">
                <a:solidFill>
                  <a:srgbClr val="AFC0D1"/>
                </a:solidFill>
                <a:latin typeface="Arial"/>
                <a:ea typeface="Arial"/>
                <a:cs typeface="Arial"/>
              </a:defRPr>
            </a:lvl7pPr>
            <a:lvl8pPr algn="l">
              <a:defRPr sz="1050" b="1">
                <a:solidFill>
                  <a:srgbClr val="AFC0D1"/>
                </a:solidFill>
                <a:latin typeface="Arial"/>
                <a:ea typeface="Arial"/>
                <a:cs typeface="Arial"/>
              </a:defRPr>
            </a:lvl8pPr>
            <a:lvl9pPr algn="l">
              <a:defRPr sz="1050" b="1">
                <a:solidFill>
                  <a:srgbClr val="AFC0D1"/>
                </a:solidFill>
                <a:latin typeface="Arial"/>
                <a:ea typeface="Arial"/>
                <a:cs typeface="Arial"/>
              </a:defRPr>
            </a:lvl9pPr>
          </a:lstStyle>
          <a:p xmlns:a="http://schemas.openxmlformats.org/drawingml/2006/main">
            <a:pPr algn="l">
              <a:defRPr sz="1050" b="1">
                <a:solidFill>
                  <a:srgbClr val="AFC0D1"/>
                </a:solidFill>
                <a:latin typeface="Arial"/>
                <a:ea typeface="Arial"/>
                <a:cs typeface="Arial"/>
              </a:defRPr>
            </a:pPr>
            <a:r>
              <a:rPr sz="1050" b="1">
                <a:solidFill>
                  <a:srgbClr val="AFC0D1"/>
                </a:solidFill>
                <a:latin typeface="Arial"/>
                <a:ea typeface="Arial"/>
                <a:cs typeface="Arial"/>
              </a:rPr>
              <a:t>ATTENTIONTWIN</a:t>
            </a:r>
          </a:p>
        </p:txBody>
      </p:sp>
      <p:sp>
        <p:nvSpPr>
          <p:cNvPr id="2" name="slide-number">
            <a:extLst xmlns:a="http://schemas.openxmlformats.org/drawingml/2006/main">
              <a:ext uri="{FF2B5EF4-FFF2-40B4-BE49-F238E27FC236}">
                <a16:creationId xmlns:a16="http://schemas.microsoft.com/office/drawing/2014/main" id="{B3017B97-DB8A-4B01-BF9E-791DFD189217}"/>
              </a:ext>
            </a:extLst>
          </p:cNvPr>
          <p:cNvSpPr>
            <a:spLocks xmlns:a="http://schemas.openxmlformats.org/drawingml/2006/main" noGrp="1"/>
          </p:cNvSpPr>
          <p:nvPr/>
        </p:nvSpPr>
        <p:spPr>
          <a:xfrm xmlns:a="http://schemas.openxmlformats.org/drawingml/2006/main">
            <a:off x="11087100" y="3619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AFC0D1"/>
                </a:solidFill>
                <a:latin typeface="Arial"/>
                <a:ea typeface="Arial"/>
                <a:cs typeface="Arial"/>
              </a:defRPr>
            </a:defPPr>
            <a:lvl1pPr algn="r">
              <a:defRPr sz="1050" b="1">
                <a:solidFill>
                  <a:srgbClr val="AFC0D1"/>
                </a:solidFill>
                <a:latin typeface="Arial"/>
                <a:ea typeface="Arial"/>
                <a:cs typeface="Arial"/>
              </a:defRPr>
            </a:lvl1pPr>
            <a:lvl2pPr algn="r">
              <a:defRPr sz="1050" b="1">
                <a:solidFill>
                  <a:srgbClr val="AFC0D1"/>
                </a:solidFill>
                <a:latin typeface="Arial"/>
                <a:ea typeface="Arial"/>
                <a:cs typeface="Arial"/>
              </a:defRPr>
            </a:lvl2pPr>
            <a:lvl3pPr algn="r">
              <a:defRPr sz="1050" b="1">
                <a:solidFill>
                  <a:srgbClr val="AFC0D1"/>
                </a:solidFill>
                <a:latin typeface="Arial"/>
                <a:ea typeface="Arial"/>
                <a:cs typeface="Arial"/>
              </a:defRPr>
            </a:lvl3pPr>
            <a:lvl4pPr algn="r">
              <a:defRPr sz="1050" b="1">
                <a:solidFill>
                  <a:srgbClr val="AFC0D1"/>
                </a:solidFill>
                <a:latin typeface="Arial"/>
                <a:ea typeface="Arial"/>
                <a:cs typeface="Arial"/>
              </a:defRPr>
            </a:lvl4pPr>
            <a:lvl5pPr algn="r">
              <a:defRPr sz="1050" b="1">
                <a:solidFill>
                  <a:srgbClr val="AFC0D1"/>
                </a:solidFill>
                <a:latin typeface="Arial"/>
                <a:ea typeface="Arial"/>
                <a:cs typeface="Arial"/>
              </a:defRPr>
            </a:lvl5pPr>
            <a:lvl6pPr algn="r">
              <a:defRPr sz="1050" b="1">
                <a:solidFill>
                  <a:srgbClr val="AFC0D1"/>
                </a:solidFill>
                <a:latin typeface="Arial"/>
                <a:ea typeface="Arial"/>
                <a:cs typeface="Arial"/>
              </a:defRPr>
            </a:lvl6pPr>
            <a:lvl7pPr algn="r">
              <a:defRPr sz="1050" b="1">
                <a:solidFill>
                  <a:srgbClr val="AFC0D1"/>
                </a:solidFill>
                <a:latin typeface="Arial"/>
                <a:ea typeface="Arial"/>
                <a:cs typeface="Arial"/>
              </a:defRPr>
            </a:lvl7pPr>
            <a:lvl8pPr algn="r">
              <a:defRPr sz="1050" b="1">
                <a:solidFill>
                  <a:srgbClr val="AFC0D1"/>
                </a:solidFill>
                <a:latin typeface="Arial"/>
                <a:ea typeface="Arial"/>
                <a:cs typeface="Arial"/>
              </a:defRPr>
            </a:lvl8pPr>
            <a:lvl9pPr algn="r">
              <a:defRPr sz="1050" b="1">
                <a:solidFill>
                  <a:srgbClr val="AFC0D1"/>
                </a:solidFill>
                <a:latin typeface="Arial"/>
                <a:ea typeface="Arial"/>
                <a:cs typeface="Arial"/>
              </a:defRPr>
            </a:lvl9pPr>
          </a:lstStyle>
          <a:p xmlns:a="http://schemas.openxmlformats.org/drawingml/2006/main">
            <a:pPr algn="r">
              <a:defRPr sz="1050" b="1">
                <a:solidFill>
                  <a:srgbClr val="AFC0D1"/>
                </a:solidFill>
                <a:latin typeface="Arial"/>
                <a:ea typeface="Arial"/>
                <a:cs typeface="Arial"/>
              </a:defRPr>
            </a:pPr>
            <a:r>
              <a:rPr sz="1050" b="1">
                <a:solidFill>
                  <a:srgbClr val="AFC0D1"/>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F4C7C01E-8086-48CC-BB4A-ACE632E54F85}"/>
              </a:ext>
            </a:extLst>
          </p:cNvPr>
          <p:cNvSpPr>
            <a:spLocks xmlns:a="http://schemas.openxmlformats.org/drawingml/2006/main" noGrp="1"/>
          </p:cNvSpPr>
          <p:nvPr/>
        </p:nvSpPr>
        <p:spPr>
          <a:xfrm xmlns:a="http://schemas.openxmlformats.org/drawingml/2006/main">
            <a:off x="685800" y="1066800"/>
            <a:ext cx="76200" cy="2286000"/>
          </a:xfrm>
          <a:prstGeom xmlns:a="http://schemas.openxmlformats.org/drawingml/2006/main" prst="rect">
            <a:avLst/>
          </a:prstGeom>
          <a:solidFill xmlns:a="http://schemas.openxmlformats.org/drawingml/2006/main">
            <a:srgbClr val="27C3D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1EE9899-C388-4A96-8F3E-A3037A1432C8}"/>
              </a:ext>
            </a:extLst>
          </p:cNvPr>
          <p:cNvSpPr>
            <a:spLocks xmlns:a="http://schemas.openxmlformats.org/drawingml/2006/main" noGrp="1"/>
          </p:cNvSpPr>
          <p:nvPr/>
        </p:nvSpPr>
        <p:spPr>
          <a:xfrm xmlns:a="http://schemas.openxmlformats.org/drawingml/2006/main">
            <a:off x="1047750" y="1028700"/>
            <a:ext cx="7620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FFFFF"/>
                </a:solidFill>
                <a:latin typeface="Arial"/>
                <a:ea typeface="Arial"/>
                <a:cs typeface="Arial"/>
              </a:defRPr>
            </a:defPPr>
            <a:lvl1pPr algn="l">
              <a:defRPr sz="3000" b="1">
                <a:solidFill>
                  <a:srgbClr val="FFFFFF"/>
                </a:solidFill>
                <a:latin typeface="Arial"/>
                <a:ea typeface="Arial"/>
                <a:cs typeface="Arial"/>
              </a:defRPr>
            </a:lvl1pPr>
            <a:lvl2pPr algn="l">
              <a:defRPr sz="3000" b="1">
                <a:solidFill>
                  <a:srgbClr val="FFFFFF"/>
                </a:solidFill>
                <a:latin typeface="Arial"/>
                <a:ea typeface="Arial"/>
                <a:cs typeface="Arial"/>
              </a:defRPr>
            </a:lvl2pPr>
            <a:lvl3pPr algn="l">
              <a:defRPr sz="3000" b="1">
                <a:solidFill>
                  <a:srgbClr val="FFFFFF"/>
                </a:solidFill>
                <a:latin typeface="Arial"/>
                <a:ea typeface="Arial"/>
                <a:cs typeface="Arial"/>
              </a:defRPr>
            </a:lvl3pPr>
            <a:lvl4pPr algn="l">
              <a:defRPr sz="3000" b="1">
                <a:solidFill>
                  <a:srgbClr val="FFFFFF"/>
                </a:solidFill>
                <a:latin typeface="Arial"/>
                <a:ea typeface="Arial"/>
                <a:cs typeface="Arial"/>
              </a:defRPr>
            </a:lvl4pPr>
            <a:lvl5pPr algn="l">
              <a:defRPr sz="3000" b="1">
                <a:solidFill>
                  <a:srgbClr val="FFFFFF"/>
                </a:solidFill>
                <a:latin typeface="Arial"/>
                <a:ea typeface="Arial"/>
                <a:cs typeface="Arial"/>
              </a:defRPr>
            </a:lvl5pPr>
            <a:lvl6pPr algn="l">
              <a:defRPr sz="3000" b="1">
                <a:solidFill>
                  <a:srgbClr val="FFFFFF"/>
                </a:solidFill>
                <a:latin typeface="Arial"/>
                <a:ea typeface="Arial"/>
                <a:cs typeface="Arial"/>
              </a:defRPr>
            </a:lvl6pPr>
            <a:lvl7pPr algn="l">
              <a:defRPr sz="3000" b="1">
                <a:solidFill>
                  <a:srgbClr val="FFFFFF"/>
                </a:solidFill>
                <a:latin typeface="Arial"/>
                <a:ea typeface="Arial"/>
                <a:cs typeface="Arial"/>
              </a:defRPr>
            </a:lvl7pPr>
            <a:lvl8pPr algn="l">
              <a:defRPr sz="3000" b="1">
                <a:solidFill>
                  <a:srgbClr val="FFFFFF"/>
                </a:solidFill>
                <a:latin typeface="Arial"/>
                <a:ea typeface="Arial"/>
                <a:cs typeface="Arial"/>
              </a:defRPr>
            </a:lvl8pPr>
            <a:lvl9pPr algn="l">
              <a:defRPr sz="3000" b="1">
                <a:solidFill>
                  <a:srgbClr val="FFFFFF"/>
                </a:solidFill>
                <a:latin typeface="Arial"/>
                <a:ea typeface="Arial"/>
                <a:cs typeface="Arial"/>
              </a:defRPr>
            </a:lvl9pPr>
          </a:lstStyle>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When your phone interrupts focus,</a:t>
            </a:r>
          </a:p>
        </p:txBody>
      </p:sp>
      <p:sp>
        <p:nvSpPr>
          <p:cNvPr id="5" name="">
            <a:extLst xmlns:a="http://schemas.openxmlformats.org/drawingml/2006/main">
              <a:ext uri="{FF2B5EF4-FFF2-40B4-BE49-F238E27FC236}">
                <a16:creationId xmlns:a16="http://schemas.microsoft.com/office/drawing/2014/main" id="{AEEA9B06-F9B5-4E3C-A80F-F706AC5E55F2}"/>
              </a:ext>
            </a:extLst>
          </p:cNvPr>
          <p:cNvSpPr>
            <a:spLocks xmlns:a="http://schemas.openxmlformats.org/drawingml/2006/main" noGrp="1"/>
          </p:cNvSpPr>
          <p:nvPr/>
        </p:nvSpPr>
        <p:spPr>
          <a:xfrm xmlns:a="http://schemas.openxmlformats.org/drawingml/2006/main">
            <a:off x="1047750" y="1657350"/>
            <a:ext cx="7620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27C3D3"/>
                </a:solidFill>
                <a:latin typeface="Arial"/>
                <a:ea typeface="Arial"/>
                <a:cs typeface="Arial"/>
              </a:defRPr>
            </a:defPPr>
            <a:lvl1pPr algn="l">
              <a:defRPr sz="4050" b="1">
                <a:solidFill>
                  <a:srgbClr val="27C3D3"/>
                </a:solidFill>
                <a:latin typeface="Arial"/>
                <a:ea typeface="Arial"/>
                <a:cs typeface="Arial"/>
              </a:defRPr>
            </a:lvl1pPr>
            <a:lvl2pPr algn="l">
              <a:defRPr sz="4050" b="1">
                <a:solidFill>
                  <a:srgbClr val="27C3D3"/>
                </a:solidFill>
                <a:latin typeface="Arial"/>
                <a:ea typeface="Arial"/>
                <a:cs typeface="Arial"/>
              </a:defRPr>
            </a:lvl2pPr>
            <a:lvl3pPr algn="l">
              <a:defRPr sz="4050" b="1">
                <a:solidFill>
                  <a:srgbClr val="27C3D3"/>
                </a:solidFill>
                <a:latin typeface="Arial"/>
                <a:ea typeface="Arial"/>
                <a:cs typeface="Arial"/>
              </a:defRPr>
            </a:lvl3pPr>
            <a:lvl4pPr algn="l">
              <a:defRPr sz="4050" b="1">
                <a:solidFill>
                  <a:srgbClr val="27C3D3"/>
                </a:solidFill>
                <a:latin typeface="Arial"/>
                <a:ea typeface="Arial"/>
                <a:cs typeface="Arial"/>
              </a:defRPr>
            </a:lvl4pPr>
            <a:lvl5pPr algn="l">
              <a:defRPr sz="4050" b="1">
                <a:solidFill>
                  <a:srgbClr val="27C3D3"/>
                </a:solidFill>
                <a:latin typeface="Arial"/>
                <a:ea typeface="Arial"/>
                <a:cs typeface="Arial"/>
              </a:defRPr>
            </a:lvl5pPr>
            <a:lvl6pPr algn="l">
              <a:defRPr sz="4050" b="1">
                <a:solidFill>
                  <a:srgbClr val="27C3D3"/>
                </a:solidFill>
                <a:latin typeface="Arial"/>
                <a:ea typeface="Arial"/>
                <a:cs typeface="Arial"/>
              </a:defRPr>
            </a:lvl6pPr>
            <a:lvl7pPr algn="l">
              <a:defRPr sz="4050" b="1">
                <a:solidFill>
                  <a:srgbClr val="27C3D3"/>
                </a:solidFill>
                <a:latin typeface="Arial"/>
                <a:ea typeface="Arial"/>
                <a:cs typeface="Arial"/>
              </a:defRPr>
            </a:lvl7pPr>
            <a:lvl8pPr algn="l">
              <a:defRPr sz="4050" b="1">
                <a:solidFill>
                  <a:srgbClr val="27C3D3"/>
                </a:solidFill>
                <a:latin typeface="Arial"/>
                <a:ea typeface="Arial"/>
                <a:cs typeface="Arial"/>
              </a:defRPr>
            </a:lvl8pPr>
            <a:lvl9pPr algn="l">
              <a:defRPr sz="4050" b="1">
                <a:solidFill>
                  <a:srgbClr val="27C3D3"/>
                </a:solidFill>
                <a:latin typeface="Arial"/>
                <a:ea typeface="Arial"/>
                <a:cs typeface="Arial"/>
              </a:defRPr>
            </a:lvl9pPr>
          </a:lstStyle>
          <a:p xmlns:a="http://schemas.openxmlformats.org/drawingml/2006/main">
            <a:pPr algn="l">
              <a:defRPr sz="4050" b="1">
                <a:solidFill>
                  <a:srgbClr val="27C3D3"/>
                </a:solidFill>
                <a:latin typeface="Arial"/>
                <a:ea typeface="Arial"/>
                <a:cs typeface="Arial"/>
              </a:defRPr>
            </a:pPr>
            <a:r>
              <a:rPr sz="4050" b="1">
                <a:solidFill>
                  <a:srgbClr val="27C3D3"/>
                </a:solidFill>
                <a:latin typeface="Arial"/>
                <a:ea typeface="Arial"/>
                <a:cs typeface="Arial"/>
              </a:rPr>
              <a:t>who gets to decide?</a:t>
            </a:r>
          </a:p>
        </p:txBody>
      </p:sp>
      <p:sp>
        <p:nvSpPr>
          <p:cNvPr id="6" name="">
            <a:extLst xmlns:a="http://schemas.openxmlformats.org/drawingml/2006/main">
              <a:ext uri="{FF2B5EF4-FFF2-40B4-BE49-F238E27FC236}">
                <a16:creationId xmlns:a16="http://schemas.microsoft.com/office/drawing/2014/main" id="{7B7D970A-A163-4F65-A3DA-454C533D9A70}"/>
              </a:ext>
            </a:extLst>
          </p:cNvPr>
          <p:cNvSpPr>
            <a:spLocks xmlns:a="http://schemas.openxmlformats.org/drawingml/2006/main" noGrp="1"/>
          </p:cNvSpPr>
          <p:nvPr/>
        </p:nvSpPr>
        <p:spPr>
          <a:xfrm xmlns:a="http://schemas.openxmlformats.org/drawingml/2006/main">
            <a:off x="1047750" y="27432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FFFFFF"/>
                </a:solidFill>
                <a:latin typeface="Arial"/>
                <a:ea typeface="Arial"/>
                <a:cs typeface="Arial"/>
              </a:defRPr>
            </a:defPPr>
            <a:lvl1pPr algn="l">
              <a:defRPr sz="2550" b="1">
                <a:solidFill>
                  <a:srgbClr val="FFFFFF"/>
                </a:solidFill>
                <a:latin typeface="Arial"/>
                <a:ea typeface="Arial"/>
                <a:cs typeface="Arial"/>
              </a:defRPr>
            </a:lvl1pPr>
            <a:lvl2pPr algn="l">
              <a:defRPr sz="2550" b="1">
                <a:solidFill>
                  <a:srgbClr val="FFFFFF"/>
                </a:solidFill>
                <a:latin typeface="Arial"/>
                <a:ea typeface="Arial"/>
                <a:cs typeface="Arial"/>
              </a:defRPr>
            </a:lvl2pPr>
            <a:lvl3pPr algn="l">
              <a:defRPr sz="2550" b="1">
                <a:solidFill>
                  <a:srgbClr val="FFFFFF"/>
                </a:solidFill>
                <a:latin typeface="Arial"/>
                <a:ea typeface="Arial"/>
                <a:cs typeface="Arial"/>
              </a:defRPr>
            </a:lvl3pPr>
            <a:lvl4pPr algn="l">
              <a:defRPr sz="2550" b="1">
                <a:solidFill>
                  <a:srgbClr val="FFFFFF"/>
                </a:solidFill>
                <a:latin typeface="Arial"/>
                <a:ea typeface="Arial"/>
                <a:cs typeface="Arial"/>
              </a:defRPr>
            </a:lvl4pPr>
            <a:lvl5pPr algn="l">
              <a:defRPr sz="2550" b="1">
                <a:solidFill>
                  <a:srgbClr val="FFFFFF"/>
                </a:solidFill>
                <a:latin typeface="Arial"/>
                <a:ea typeface="Arial"/>
                <a:cs typeface="Arial"/>
              </a:defRPr>
            </a:lvl5pPr>
            <a:lvl6pPr algn="l">
              <a:defRPr sz="2550" b="1">
                <a:solidFill>
                  <a:srgbClr val="FFFFFF"/>
                </a:solidFill>
                <a:latin typeface="Arial"/>
                <a:ea typeface="Arial"/>
                <a:cs typeface="Arial"/>
              </a:defRPr>
            </a:lvl6pPr>
            <a:lvl7pPr algn="l">
              <a:defRPr sz="2550" b="1">
                <a:solidFill>
                  <a:srgbClr val="FFFFFF"/>
                </a:solidFill>
                <a:latin typeface="Arial"/>
                <a:ea typeface="Arial"/>
                <a:cs typeface="Arial"/>
              </a:defRPr>
            </a:lvl7pPr>
            <a:lvl8pPr algn="l">
              <a:defRPr sz="2550" b="1">
                <a:solidFill>
                  <a:srgbClr val="FFFFFF"/>
                </a:solidFill>
                <a:latin typeface="Arial"/>
                <a:ea typeface="Arial"/>
                <a:cs typeface="Arial"/>
              </a:defRPr>
            </a:lvl8pPr>
            <a:lvl9pPr algn="l">
              <a:defRPr sz="2550" b="1">
                <a:solidFill>
                  <a:srgbClr val="FFFFFF"/>
                </a:solidFill>
                <a:latin typeface="Arial"/>
                <a:ea typeface="Arial"/>
                <a:cs typeface="Arial"/>
              </a:defRPr>
            </a:lvl9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You do.</a:t>
            </a:r>
          </a:p>
        </p:txBody>
      </p:sp>
      <p:sp>
        <p:nvSpPr>
          <p:cNvPr id="7" name="">
            <a:extLst xmlns:a="http://schemas.openxmlformats.org/drawingml/2006/main">
              <a:ext uri="{FF2B5EF4-FFF2-40B4-BE49-F238E27FC236}">
                <a16:creationId xmlns:a16="http://schemas.microsoft.com/office/drawing/2014/main" id="{05BA10E8-5C76-4427-8726-32AAF3F1D46F}"/>
              </a:ext>
            </a:extLst>
          </p:cNvPr>
          <p:cNvSpPr>
            <a:spLocks xmlns:a="http://schemas.openxmlformats.org/drawingml/2006/main" noGrp="1"/>
          </p:cNvSpPr>
          <p:nvPr/>
        </p:nvSpPr>
        <p:spPr>
          <a:xfrm xmlns:a="http://schemas.openxmlformats.org/drawingml/2006/main">
            <a:off x="1047750" y="3543300"/>
            <a:ext cx="6191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CBD5E1"/>
                </a:solidFill>
                <a:latin typeface="Arial"/>
                <a:ea typeface="Arial"/>
                <a:cs typeface="Arial"/>
              </a:defRPr>
            </a:defPPr>
            <a:lvl1pPr algn="l">
              <a:defRPr sz="1800" b="0">
                <a:solidFill>
                  <a:srgbClr val="CBD5E1"/>
                </a:solidFill>
                <a:latin typeface="Arial"/>
                <a:ea typeface="Arial"/>
                <a:cs typeface="Arial"/>
              </a:defRPr>
            </a:lvl1pPr>
            <a:lvl2pPr algn="l">
              <a:defRPr sz="1800" b="0">
                <a:solidFill>
                  <a:srgbClr val="CBD5E1"/>
                </a:solidFill>
                <a:latin typeface="Arial"/>
                <a:ea typeface="Arial"/>
                <a:cs typeface="Arial"/>
              </a:defRPr>
            </a:lvl2pPr>
            <a:lvl3pPr algn="l">
              <a:defRPr sz="1800" b="0">
                <a:solidFill>
                  <a:srgbClr val="CBD5E1"/>
                </a:solidFill>
                <a:latin typeface="Arial"/>
                <a:ea typeface="Arial"/>
                <a:cs typeface="Arial"/>
              </a:defRPr>
            </a:lvl3pPr>
            <a:lvl4pPr algn="l">
              <a:defRPr sz="1800" b="0">
                <a:solidFill>
                  <a:srgbClr val="CBD5E1"/>
                </a:solidFill>
                <a:latin typeface="Arial"/>
                <a:ea typeface="Arial"/>
                <a:cs typeface="Arial"/>
              </a:defRPr>
            </a:lvl4pPr>
            <a:lvl5pPr algn="l">
              <a:defRPr sz="1800" b="0">
                <a:solidFill>
                  <a:srgbClr val="CBD5E1"/>
                </a:solidFill>
                <a:latin typeface="Arial"/>
                <a:ea typeface="Arial"/>
                <a:cs typeface="Arial"/>
              </a:defRPr>
            </a:lvl5pPr>
            <a:lvl6pPr algn="l">
              <a:defRPr sz="1800" b="0">
                <a:solidFill>
                  <a:srgbClr val="CBD5E1"/>
                </a:solidFill>
                <a:latin typeface="Arial"/>
                <a:ea typeface="Arial"/>
                <a:cs typeface="Arial"/>
              </a:defRPr>
            </a:lvl6pPr>
            <a:lvl7pPr algn="l">
              <a:defRPr sz="1800" b="0">
                <a:solidFill>
                  <a:srgbClr val="CBD5E1"/>
                </a:solidFill>
                <a:latin typeface="Arial"/>
                <a:ea typeface="Arial"/>
                <a:cs typeface="Arial"/>
              </a:defRPr>
            </a:lvl7pPr>
            <a:lvl8pPr algn="l">
              <a:defRPr sz="1800" b="0">
                <a:solidFill>
                  <a:srgbClr val="CBD5E1"/>
                </a:solidFill>
                <a:latin typeface="Arial"/>
                <a:ea typeface="Arial"/>
                <a:cs typeface="Arial"/>
              </a:defRPr>
            </a:lvl8pPr>
            <a:lvl9pPr algn="l">
              <a:defRPr sz="1800" b="0">
                <a:solidFill>
                  <a:srgbClr val="CBD5E1"/>
                </a:solidFill>
                <a:latin typeface="Arial"/>
                <a:ea typeface="Arial"/>
                <a:cs typeface="Arial"/>
              </a:defRPr>
            </a:lvl9pPr>
          </a:lstStyle>
          <a:p xmlns:a="http://schemas.openxmlformats.org/drawingml/2006/main">
            <a:pPr algn="l">
              <a:lnSpc>
                <a:spcPct val="115000"/>
              </a:lnSpc>
              <a:buNone/>
              <a:defRPr sz="1800" b="0">
                <a:solidFill>
                  <a:srgbClr val="CBD5E1"/>
                </a:solidFill>
                <a:latin typeface="Arial"/>
                <a:ea typeface="Arial"/>
                <a:cs typeface="Arial"/>
              </a:defRPr>
            </a:pPr>
            <a:r>
              <a:rPr sz="1800" b="0">
                <a:solidFill>
                  <a:srgbClr val="CBD5E1"/>
                </a:solidFill>
                <a:latin typeface="Arial"/>
                <a:ea typeface="Arial"/>
                <a:cs typeface="Arial"/>
              </a:rPr>
              <a:t>A simple Android focus companion for choosing which app alerts wait — and which stay available.</a:t>
            </a:r>
          </a:p>
        </p:txBody>
      </p:sp>
      <p:sp>
        <p:nvSpPr>
          <p:cNvPr id="8" name="">
            <a:extLst xmlns:a="http://schemas.openxmlformats.org/drawingml/2006/main">
              <a:ext uri="{FF2B5EF4-FFF2-40B4-BE49-F238E27FC236}">
                <a16:creationId xmlns:a16="http://schemas.microsoft.com/office/drawing/2014/main" id="{3E391EFB-1E16-4C1B-9E5B-DA8ED30FDEB9}"/>
              </a:ext>
            </a:extLst>
          </p:cNvPr>
          <p:cNvSpPr>
            <a:spLocks xmlns:a="http://schemas.openxmlformats.org/drawingml/2006/main" noGrp="1"/>
          </p:cNvSpPr>
          <p:nvPr/>
        </p:nvSpPr>
        <p:spPr>
          <a:xfrm xmlns:a="http://schemas.openxmlformats.org/drawingml/2006/main">
            <a:off x="8477250" y="1638300"/>
            <a:ext cx="2476500" cy="704850"/>
          </a:xfrm>
          <a:prstGeom xmlns:a="http://schemas.openxmlformats.org/drawingml/2006/main" prst="roundRect">
            <a:avLst>
              <a:gd name="adj" fmla="val 10811"/>
            </a:avLst>
          </a:prstGeom>
          <a:solidFill xmlns:a="http://schemas.openxmlformats.org/drawingml/2006/main">
            <a:srgbClr val="1A2B4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ADE9813-CC97-4847-9649-DE81D3AE3866}"/>
              </a:ext>
            </a:extLst>
          </p:cNvPr>
          <p:cNvSpPr>
            <a:spLocks xmlns:a="http://schemas.openxmlformats.org/drawingml/2006/main" noGrp="1"/>
          </p:cNvSpPr>
          <p:nvPr/>
        </p:nvSpPr>
        <p:spPr>
          <a:xfrm xmlns:a="http://schemas.openxmlformats.org/drawingml/2006/main">
            <a:off x="8724900" y="17811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AFC0D1"/>
                </a:solidFill>
                <a:latin typeface="Arial"/>
                <a:ea typeface="Arial"/>
                <a:cs typeface="Arial"/>
              </a:defRPr>
            </a:defPPr>
            <a:lvl1pPr algn="l">
              <a:defRPr sz="1050" b="1">
                <a:solidFill>
                  <a:srgbClr val="AFC0D1"/>
                </a:solidFill>
                <a:latin typeface="Arial"/>
                <a:ea typeface="Arial"/>
                <a:cs typeface="Arial"/>
              </a:defRPr>
            </a:lvl1pPr>
            <a:lvl2pPr algn="l">
              <a:defRPr sz="1050" b="1">
                <a:solidFill>
                  <a:srgbClr val="AFC0D1"/>
                </a:solidFill>
                <a:latin typeface="Arial"/>
                <a:ea typeface="Arial"/>
                <a:cs typeface="Arial"/>
              </a:defRPr>
            </a:lvl2pPr>
            <a:lvl3pPr algn="l">
              <a:defRPr sz="1050" b="1">
                <a:solidFill>
                  <a:srgbClr val="AFC0D1"/>
                </a:solidFill>
                <a:latin typeface="Arial"/>
                <a:ea typeface="Arial"/>
                <a:cs typeface="Arial"/>
              </a:defRPr>
            </a:lvl3pPr>
            <a:lvl4pPr algn="l">
              <a:defRPr sz="1050" b="1">
                <a:solidFill>
                  <a:srgbClr val="AFC0D1"/>
                </a:solidFill>
                <a:latin typeface="Arial"/>
                <a:ea typeface="Arial"/>
                <a:cs typeface="Arial"/>
              </a:defRPr>
            </a:lvl4pPr>
            <a:lvl5pPr algn="l">
              <a:defRPr sz="1050" b="1">
                <a:solidFill>
                  <a:srgbClr val="AFC0D1"/>
                </a:solidFill>
                <a:latin typeface="Arial"/>
                <a:ea typeface="Arial"/>
                <a:cs typeface="Arial"/>
              </a:defRPr>
            </a:lvl5pPr>
            <a:lvl6pPr algn="l">
              <a:defRPr sz="1050" b="1">
                <a:solidFill>
                  <a:srgbClr val="AFC0D1"/>
                </a:solidFill>
                <a:latin typeface="Arial"/>
                <a:ea typeface="Arial"/>
                <a:cs typeface="Arial"/>
              </a:defRPr>
            </a:lvl6pPr>
            <a:lvl7pPr algn="l">
              <a:defRPr sz="1050" b="1">
                <a:solidFill>
                  <a:srgbClr val="AFC0D1"/>
                </a:solidFill>
                <a:latin typeface="Arial"/>
                <a:ea typeface="Arial"/>
                <a:cs typeface="Arial"/>
              </a:defRPr>
            </a:lvl7pPr>
            <a:lvl8pPr algn="l">
              <a:defRPr sz="1050" b="1">
                <a:solidFill>
                  <a:srgbClr val="AFC0D1"/>
                </a:solidFill>
                <a:latin typeface="Arial"/>
                <a:ea typeface="Arial"/>
                <a:cs typeface="Arial"/>
              </a:defRPr>
            </a:lvl8pPr>
            <a:lvl9pPr algn="l">
              <a:defRPr sz="1050" b="1">
                <a:solidFill>
                  <a:srgbClr val="AFC0D1"/>
                </a:solidFill>
                <a:latin typeface="Arial"/>
                <a:ea typeface="Arial"/>
                <a:cs typeface="Arial"/>
              </a:defRPr>
            </a:lvl9pPr>
          </a:lstStyle>
          <a:p xmlns:a="http://schemas.openxmlformats.org/drawingml/2006/main">
            <a:pPr algn="l">
              <a:defRPr sz="1050" b="1">
                <a:solidFill>
                  <a:srgbClr val="AFC0D1"/>
                </a:solidFill>
                <a:latin typeface="Arial"/>
                <a:ea typeface="Arial"/>
                <a:cs typeface="Arial"/>
              </a:defRPr>
            </a:pPr>
            <a:r>
              <a:rPr sz="1050" b="1">
                <a:solidFill>
                  <a:srgbClr val="AFC0D1"/>
                </a:solidFill>
                <a:latin typeface="Arial"/>
                <a:ea typeface="Arial"/>
                <a:cs typeface="Arial"/>
              </a:rPr>
              <a:t>APP ALERT</a:t>
            </a:r>
          </a:p>
        </p:txBody>
      </p:sp>
      <p:sp>
        <p:nvSpPr>
          <p:cNvPr id="10" name="">
            <a:extLst xmlns:a="http://schemas.openxmlformats.org/drawingml/2006/main">
              <a:ext uri="{FF2B5EF4-FFF2-40B4-BE49-F238E27FC236}">
                <a16:creationId xmlns:a16="http://schemas.microsoft.com/office/drawing/2014/main" id="{5E8AC667-C92C-43E3-8C88-86F49319DE03}"/>
              </a:ext>
            </a:extLst>
          </p:cNvPr>
          <p:cNvSpPr>
            <a:spLocks xmlns:a="http://schemas.openxmlformats.org/drawingml/2006/main" noGrp="1"/>
          </p:cNvSpPr>
          <p:nvPr/>
        </p:nvSpPr>
        <p:spPr>
          <a:xfrm xmlns:a="http://schemas.openxmlformats.org/drawingml/2006/main">
            <a:off x="8724900" y="200977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FFFFF"/>
                </a:solidFill>
                <a:latin typeface="Arial"/>
                <a:ea typeface="Arial"/>
                <a:cs typeface="Arial"/>
              </a:defRPr>
            </a:defPPr>
            <a:lvl1pPr algn="l">
              <a:defRPr sz="1500" b="1">
                <a:solidFill>
                  <a:srgbClr val="FFFFFF"/>
                </a:solidFill>
                <a:latin typeface="Arial"/>
                <a:ea typeface="Arial"/>
                <a:cs typeface="Arial"/>
              </a:defRPr>
            </a:lvl1pPr>
            <a:lvl2pPr algn="l">
              <a:defRPr sz="1500" b="1">
                <a:solidFill>
                  <a:srgbClr val="FFFFFF"/>
                </a:solidFill>
                <a:latin typeface="Arial"/>
                <a:ea typeface="Arial"/>
                <a:cs typeface="Arial"/>
              </a:defRPr>
            </a:lvl2pPr>
            <a:lvl3pPr algn="l">
              <a:defRPr sz="1500" b="1">
                <a:solidFill>
                  <a:srgbClr val="FFFFFF"/>
                </a:solidFill>
                <a:latin typeface="Arial"/>
                <a:ea typeface="Arial"/>
                <a:cs typeface="Arial"/>
              </a:defRPr>
            </a:lvl3pPr>
            <a:lvl4pPr algn="l">
              <a:defRPr sz="1500" b="1">
                <a:solidFill>
                  <a:srgbClr val="FFFFFF"/>
                </a:solidFill>
                <a:latin typeface="Arial"/>
                <a:ea typeface="Arial"/>
                <a:cs typeface="Arial"/>
              </a:defRPr>
            </a:lvl4pPr>
            <a:lvl5pPr algn="l">
              <a:defRPr sz="1500" b="1">
                <a:solidFill>
                  <a:srgbClr val="FFFFFF"/>
                </a:solidFill>
                <a:latin typeface="Arial"/>
                <a:ea typeface="Arial"/>
                <a:cs typeface="Arial"/>
              </a:defRPr>
            </a:lvl5pPr>
            <a:lvl6pPr algn="l">
              <a:defRPr sz="1500" b="1">
                <a:solidFill>
                  <a:srgbClr val="FFFFFF"/>
                </a:solidFill>
                <a:latin typeface="Arial"/>
                <a:ea typeface="Arial"/>
                <a:cs typeface="Arial"/>
              </a:defRPr>
            </a:lvl6pPr>
            <a:lvl7pPr algn="l">
              <a:defRPr sz="1500" b="1">
                <a:solidFill>
                  <a:srgbClr val="FFFFFF"/>
                </a:solidFill>
                <a:latin typeface="Arial"/>
                <a:ea typeface="Arial"/>
                <a:cs typeface="Arial"/>
              </a:defRPr>
            </a:lvl7pPr>
            <a:lvl8pPr algn="l">
              <a:defRPr sz="1500" b="1">
                <a:solidFill>
                  <a:srgbClr val="FFFFFF"/>
                </a:solidFill>
                <a:latin typeface="Arial"/>
                <a:ea typeface="Arial"/>
                <a:cs typeface="Arial"/>
              </a:defRPr>
            </a:lvl8pPr>
            <a:lvl9pPr algn="l">
              <a:defRPr sz="1500" b="1">
                <a:solidFill>
                  <a:srgbClr val="FFFFFF"/>
                </a:solidFill>
                <a:latin typeface="Arial"/>
                <a:ea typeface="Arial"/>
                <a:cs typeface="Arial"/>
              </a:defRPr>
            </a:lvl9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WhatsApp</a:t>
            </a:r>
          </a:p>
        </p:txBody>
      </p:sp>
      <p:sp>
        <p:nvSpPr>
          <p:cNvPr id="11" name="">
            <a:extLst xmlns:a="http://schemas.openxmlformats.org/drawingml/2006/main">
              <a:ext uri="{FF2B5EF4-FFF2-40B4-BE49-F238E27FC236}">
                <a16:creationId xmlns:a16="http://schemas.microsoft.com/office/drawing/2014/main" id="{E4F6BCBD-8064-46CE-B2D2-255E86D89C6A}"/>
              </a:ext>
            </a:extLst>
          </p:cNvPr>
          <p:cNvSpPr>
            <a:spLocks xmlns:a="http://schemas.openxmlformats.org/drawingml/2006/main" noGrp="1"/>
          </p:cNvSpPr>
          <p:nvPr/>
        </p:nvSpPr>
        <p:spPr>
          <a:xfrm xmlns:a="http://schemas.openxmlformats.org/drawingml/2006/main">
            <a:off x="8477250" y="2686050"/>
            <a:ext cx="2476500" cy="704850"/>
          </a:xfrm>
          <a:prstGeom xmlns:a="http://schemas.openxmlformats.org/drawingml/2006/main" prst="roundRect">
            <a:avLst>
              <a:gd name="adj" fmla="val 10811"/>
            </a:avLst>
          </a:prstGeom>
          <a:solidFill xmlns:a="http://schemas.openxmlformats.org/drawingml/2006/main">
            <a:srgbClr val="17374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533153E-05F4-4A7E-BAA8-0AFD1C49CE3A}"/>
              </a:ext>
            </a:extLst>
          </p:cNvPr>
          <p:cNvSpPr>
            <a:spLocks xmlns:a="http://schemas.openxmlformats.org/drawingml/2006/main" noGrp="1"/>
          </p:cNvSpPr>
          <p:nvPr/>
        </p:nvSpPr>
        <p:spPr>
          <a:xfrm xmlns:a="http://schemas.openxmlformats.org/drawingml/2006/main">
            <a:off x="8724900" y="2828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8EDCE3"/>
                </a:solidFill>
                <a:latin typeface="Arial"/>
                <a:ea typeface="Arial"/>
                <a:cs typeface="Arial"/>
              </a:defRPr>
            </a:defPPr>
            <a:lvl1pPr algn="l">
              <a:defRPr sz="1050" b="1">
                <a:solidFill>
                  <a:srgbClr val="8EDCE3"/>
                </a:solidFill>
                <a:latin typeface="Arial"/>
                <a:ea typeface="Arial"/>
                <a:cs typeface="Arial"/>
              </a:defRPr>
            </a:lvl1pPr>
            <a:lvl2pPr algn="l">
              <a:defRPr sz="1050" b="1">
                <a:solidFill>
                  <a:srgbClr val="8EDCE3"/>
                </a:solidFill>
                <a:latin typeface="Arial"/>
                <a:ea typeface="Arial"/>
                <a:cs typeface="Arial"/>
              </a:defRPr>
            </a:lvl2pPr>
            <a:lvl3pPr algn="l">
              <a:defRPr sz="1050" b="1">
                <a:solidFill>
                  <a:srgbClr val="8EDCE3"/>
                </a:solidFill>
                <a:latin typeface="Arial"/>
                <a:ea typeface="Arial"/>
                <a:cs typeface="Arial"/>
              </a:defRPr>
            </a:lvl3pPr>
            <a:lvl4pPr algn="l">
              <a:defRPr sz="1050" b="1">
                <a:solidFill>
                  <a:srgbClr val="8EDCE3"/>
                </a:solidFill>
                <a:latin typeface="Arial"/>
                <a:ea typeface="Arial"/>
                <a:cs typeface="Arial"/>
              </a:defRPr>
            </a:lvl4pPr>
            <a:lvl5pPr algn="l">
              <a:defRPr sz="1050" b="1">
                <a:solidFill>
                  <a:srgbClr val="8EDCE3"/>
                </a:solidFill>
                <a:latin typeface="Arial"/>
                <a:ea typeface="Arial"/>
                <a:cs typeface="Arial"/>
              </a:defRPr>
            </a:lvl5pPr>
            <a:lvl6pPr algn="l">
              <a:defRPr sz="1050" b="1">
                <a:solidFill>
                  <a:srgbClr val="8EDCE3"/>
                </a:solidFill>
                <a:latin typeface="Arial"/>
                <a:ea typeface="Arial"/>
                <a:cs typeface="Arial"/>
              </a:defRPr>
            </a:lvl6pPr>
            <a:lvl7pPr algn="l">
              <a:defRPr sz="1050" b="1">
                <a:solidFill>
                  <a:srgbClr val="8EDCE3"/>
                </a:solidFill>
                <a:latin typeface="Arial"/>
                <a:ea typeface="Arial"/>
                <a:cs typeface="Arial"/>
              </a:defRPr>
            </a:lvl7pPr>
            <a:lvl8pPr algn="l">
              <a:defRPr sz="1050" b="1">
                <a:solidFill>
                  <a:srgbClr val="8EDCE3"/>
                </a:solidFill>
                <a:latin typeface="Arial"/>
                <a:ea typeface="Arial"/>
                <a:cs typeface="Arial"/>
              </a:defRPr>
            </a:lvl8pPr>
            <a:lvl9pPr algn="l">
              <a:defRPr sz="1050" b="1">
                <a:solidFill>
                  <a:srgbClr val="8EDCE3"/>
                </a:solidFill>
                <a:latin typeface="Arial"/>
                <a:ea typeface="Arial"/>
                <a:cs typeface="Arial"/>
              </a:defRPr>
            </a:lvl9pPr>
          </a:lstStyle>
          <a:p xmlns:a="http://schemas.openxmlformats.org/drawingml/2006/main">
            <a:pPr algn="l">
              <a:defRPr sz="1050" b="1">
                <a:solidFill>
                  <a:srgbClr val="8EDCE3"/>
                </a:solidFill>
                <a:latin typeface="Arial"/>
                <a:ea typeface="Arial"/>
                <a:cs typeface="Arial"/>
              </a:defRPr>
            </a:pPr>
            <a:r>
              <a:rPr sz="1050" b="1">
                <a:solidFill>
                  <a:srgbClr val="8EDCE3"/>
                </a:solidFill>
                <a:latin typeface="Arial"/>
                <a:ea typeface="Arial"/>
                <a:cs typeface="Arial"/>
              </a:rPr>
              <a:t>YOUR RULE</a:t>
            </a:r>
          </a:p>
        </p:txBody>
      </p:sp>
      <p:sp>
        <p:nvSpPr>
          <p:cNvPr id="13" name="">
            <a:extLst xmlns:a="http://schemas.openxmlformats.org/drawingml/2006/main">
              <a:ext uri="{FF2B5EF4-FFF2-40B4-BE49-F238E27FC236}">
                <a16:creationId xmlns:a16="http://schemas.microsoft.com/office/drawing/2014/main" id="{8BA717C8-9C38-427F-A31F-C47403EB3918}"/>
              </a:ext>
            </a:extLst>
          </p:cNvPr>
          <p:cNvSpPr>
            <a:spLocks xmlns:a="http://schemas.openxmlformats.org/drawingml/2006/main" noGrp="1"/>
          </p:cNvSpPr>
          <p:nvPr/>
        </p:nvSpPr>
        <p:spPr>
          <a:xfrm xmlns:a="http://schemas.openxmlformats.org/drawingml/2006/main">
            <a:off x="8724900" y="30575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FFFFF"/>
                </a:solidFill>
                <a:latin typeface="Arial"/>
                <a:ea typeface="Arial"/>
                <a:cs typeface="Arial"/>
              </a:defRPr>
            </a:defPPr>
            <a:lvl1pPr algn="l">
              <a:defRPr sz="1500" b="1">
                <a:solidFill>
                  <a:srgbClr val="FFFFFF"/>
                </a:solidFill>
                <a:latin typeface="Arial"/>
                <a:ea typeface="Arial"/>
                <a:cs typeface="Arial"/>
              </a:defRPr>
            </a:lvl1pPr>
            <a:lvl2pPr algn="l">
              <a:defRPr sz="1500" b="1">
                <a:solidFill>
                  <a:srgbClr val="FFFFFF"/>
                </a:solidFill>
                <a:latin typeface="Arial"/>
                <a:ea typeface="Arial"/>
                <a:cs typeface="Arial"/>
              </a:defRPr>
            </a:lvl2pPr>
            <a:lvl3pPr algn="l">
              <a:defRPr sz="1500" b="1">
                <a:solidFill>
                  <a:srgbClr val="FFFFFF"/>
                </a:solidFill>
                <a:latin typeface="Arial"/>
                <a:ea typeface="Arial"/>
                <a:cs typeface="Arial"/>
              </a:defRPr>
            </a:lvl3pPr>
            <a:lvl4pPr algn="l">
              <a:defRPr sz="1500" b="1">
                <a:solidFill>
                  <a:srgbClr val="FFFFFF"/>
                </a:solidFill>
                <a:latin typeface="Arial"/>
                <a:ea typeface="Arial"/>
                <a:cs typeface="Arial"/>
              </a:defRPr>
            </a:lvl4pPr>
            <a:lvl5pPr algn="l">
              <a:defRPr sz="1500" b="1">
                <a:solidFill>
                  <a:srgbClr val="FFFFFF"/>
                </a:solidFill>
                <a:latin typeface="Arial"/>
                <a:ea typeface="Arial"/>
                <a:cs typeface="Arial"/>
              </a:defRPr>
            </a:lvl5pPr>
            <a:lvl6pPr algn="l">
              <a:defRPr sz="1500" b="1">
                <a:solidFill>
                  <a:srgbClr val="FFFFFF"/>
                </a:solidFill>
                <a:latin typeface="Arial"/>
                <a:ea typeface="Arial"/>
                <a:cs typeface="Arial"/>
              </a:defRPr>
            </a:lvl6pPr>
            <a:lvl7pPr algn="l">
              <a:defRPr sz="1500" b="1">
                <a:solidFill>
                  <a:srgbClr val="FFFFFF"/>
                </a:solidFill>
                <a:latin typeface="Arial"/>
                <a:ea typeface="Arial"/>
                <a:cs typeface="Arial"/>
              </a:defRPr>
            </a:lvl7pPr>
            <a:lvl8pPr algn="l">
              <a:defRPr sz="1500" b="1">
                <a:solidFill>
                  <a:srgbClr val="FFFFFF"/>
                </a:solidFill>
                <a:latin typeface="Arial"/>
                <a:ea typeface="Arial"/>
                <a:cs typeface="Arial"/>
              </a:defRPr>
            </a:lvl8pPr>
            <a:lvl9pPr algn="l">
              <a:defRPr sz="1500" b="1">
                <a:solidFill>
                  <a:srgbClr val="FFFFFF"/>
                </a:solidFill>
                <a:latin typeface="Arial"/>
                <a:ea typeface="Arial"/>
                <a:cs typeface="Arial"/>
              </a:defRPr>
            </a:lvl9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Wait until break</a:t>
            </a:r>
          </a:p>
        </p:txBody>
      </p:sp>
      <p:sp>
        <p:nvSpPr>
          <p:cNvPr id="14" name="">
            <a:extLst xmlns:a="http://schemas.openxmlformats.org/drawingml/2006/main">
              <a:ext uri="{FF2B5EF4-FFF2-40B4-BE49-F238E27FC236}">
                <a16:creationId xmlns:a16="http://schemas.microsoft.com/office/drawing/2014/main" id="{44EC99E5-248C-48F6-BD24-C4EF897A8803}"/>
              </a:ext>
            </a:extLst>
          </p:cNvPr>
          <p:cNvSpPr>
            <a:spLocks xmlns:a="http://schemas.openxmlformats.org/drawingml/2006/main" noGrp="1"/>
          </p:cNvSpPr>
          <p:nvPr/>
        </p:nvSpPr>
        <p:spPr>
          <a:xfrm xmlns:a="http://schemas.openxmlformats.org/drawingml/2006/main">
            <a:off x="8477250" y="3733800"/>
            <a:ext cx="2476500" cy="704850"/>
          </a:xfrm>
          <a:prstGeom xmlns:a="http://schemas.openxmlformats.org/drawingml/2006/main" prst="roundRect">
            <a:avLst>
              <a:gd name="adj" fmla="val 10811"/>
            </a:avLst>
          </a:prstGeom>
          <a:solidFill xmlns:a="http://schemas.openxmlformats.org/drawingml/2006/main">
            <a:srgbClr val="1A2B4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741618D-CB58-4CE0-8156-751C0252E965}"/>
              </a:ext>
            </a:extLst>
          </p:cNvPr>
          <p:cNvSpPr>
            <a:spLocks xmlns:a="http://schemas.openxmlformats.org/drawingml/2006/main" noGrp="1"/>
          </p:cNvSpPr>
          <p:nvPr/>
        </p:nvSpPr>
        <p:spPr>
          <a:xfrm xmlns:a="http://schemas.openxmlformats.org/drawingml/2006/main">
            <a:off x="8724900" y="39624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FFFFF"/>
                </a:solidFill>
                <a:latin typeface="Arial"/>
                <a:ea typeface="Arial"/>
                <a:cs typeface="Arial"/>
              </a:defRPr>
            </a:defPPr>
            <a:lvl1pPr algn="l">
              <a:defRPr sz="1125" b="1">
                <a:solidFill>
                  <a:srgbClr val="FFFFFF"/>
                </a:solidFill>
                <a:latin typeface="Arial"/>
                <a:ea typeface="Arial"/>
                <a:cs typeface="Arial"/>
              </a:defRPr>
            </a:lvl1pPr>
            <a:lvl2pPr algn="l">
              <a:defRPr sz="1125" b="1">
                <a:solidFill>
                  <a:srgbClr val="FFFFFF"/>
                </a:solidFill>
                <a:latin typeface="Arial"/>
                <a:ea typeface="Arial"/>
                <a:cs typeface="Arial"/>
              </a:defRPr>
            </a:lvl2pPr>
            <a:lvl3pPr algn="l">
              <a:defRPr sz="1125" b="1">
                <a:solidFill>
                  <a:srgbClr val="FFFFFF"/>
                </a:solidFill>
                <a:latin typeface="Arial"/>
                <a:ea typeface="Arial"/>
                <a:cs typeface="Arial"/>
              </a:defRPr>
            </a:lvl3pPr>
            <a:lvl4pPr algn="l">
              <a:defRPr sz="1125" b="1">
                <a:solidFill>
                  <a:srgbClr val="FFFFFF"/>
                </a:solidFill>
                <a:latin typeface="Arial"/>
                <a:ea typeface="Arial"/>
                <a:cs typeface="Arial"/>
              </a:defRPr>
            </a:lvl4pPr>
            <a:lvl5pPr algn="l">
              <a:defRPr sz="1125" b="1">
                <a:solidFill>
                  <a:srgbClr val="FFFFFF"/>
                </a:solidFill>
                <a:latin typeface="Arial"/>
                <a:ea typeface="Arial"/>
                <a:cs typeface="Arial"/>
              </a:defRPr>
            </a:lvl5pPr>
            <a:lvl6pPr algn="l">
              <a:defRPr sz="1125" b="1">
                <a:solidFill>
                  <a:srgbClr val="FFFFFF"/>
                </a:solidFill>
                <a:latin typeface="Arial"/>
                <a:ea typeface="Arial"/>
                <a:cs typeface="Arial"/>
              </a:defRPr>
            </a:lvl6pPr>
            <a:lvl7pPr algn="l">
              <a:defRPr sz="1125" b="1">
                <a:solidFill>
                  <a:srgbClr val="FFFFFF"/>
                </a:solidFill>
                <a:latin typeface="Arial"/>
                <a:ea typeface="Arial"/>
                <a:cs typeface="Arial"/>
              </a:defRPr>
            </a:lvl7pPr>
            <a:lvl8pPr algn="l">
              <a:defRPr sz="1125" b="1">
                <a:solidFill>
                  <a:srgbClr val="FFFFFF"/>
                </a:solidFill>
                <a:latin typeface="Arial"/>
                <a:ea typeface="Arial"/>
                <a:cs typeface="Arial"/>
              </a:defRPr>
            </a:lvl8pPr>
            <a:lvl9pPr algn="l">
              <a:defRPr sz="1125" b="1">
                <a:solidFill>
                  <a:srgbClr val="FFFFFF"/>
                </a:solidFill>
                <a:latin typeface="Arial"/>
                <a:ea typeface="Arial"/>
                <a:cs typeface="Arial"/>
              </a:defRPr>
            </a:lvl9pPr>
          </a:lstStyle>
          <a:p xmlns:a="http://schemas.openxmlformats.org/drawingml/2006/main">
            <a:pPr algn="l">
              <a:defRPr sz="1125" b="1">
                <a:solidFill>
                  <a:srgbClr val="FFFFFF"/>
                </a:solidFill>
                <a:latin typeface="Arial"/>
                <a:ea typeface="Arial"/>
                <a:cs typeface="Arial"/>
              </a:defRPr>
            </a:pPr>
            <a:r>
              <a:rPr sz="1125" b="1">
                <a:solidFill>
                  <a:srgbClr val="FFFFFF"/>
                </a:solidFill>
                <a:latin typeface="Arial"/>
                <a:ea typeface="Arial"/>
                <a:cs typeface="Arial"/>
              </a:rPr>
              <a:t>YOU STAY IN CONTROL</a:t>
            </a:r>
          </a:p>
        </p:txBody>
      </p:sp>
      <p:sp>
        <p:nvSpPr>
          <p:cNvPr id="16" name="">
            <a:extLst xmlns:a="http://schemas.openxmlformats.org/drawingml/2006/main">
              <a:ext uri="{FF2B5EF4-FFF2-40B4-BE49-F238E27FC236}">
                <a16:creationId xmlns:a16="http://schemas.microsoft.com/office/drawing/2014/main" id="{5AD45F01-1574-492D-8968-3ED6A7213714}"/>
              </a:ext>
            </a:extLst>
          </p:cNvPr>
          <p:cNvSpPr>
            <a:spLocks xmlns:a="http://schemas.openxmlformats.org/drawingml/2006/main" noGrp="1"/>
          </p:cNvSpPr>
          <p:nvPr/>
        </p:nvSpPr>
        <p:spPr>
          <a:xfrm xmlns:a="http://schemas.openxmlformats.org/drawingml/2006/main">
            <a:off x="685800" y="611505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91A1B4"/>
                </a:solidFill>
                <a:latin typeface="Arial"/>
                <a:ea typeface="Arial"/>
                <a:cs typeface="Arial"/>
              </a:defRPr>
            </a:defPPr>
            <a:lvl1pPr algn="l">
              <a:defRPr sz="1125" b="0">
                <a:solidFill>
                  <a:srgbClr val="91A1B4"/>
                </a:solidFill>
                <a:latin typeface="Arial"/>
                <a:ea typeface="Arial"/>
                <a:cs typeface="Arial"/>
              </a:defRPr>
            </a:lvl1pPr>
            <a:lvl2pPr algn="l">
              <a:defRPr sz="1125" b="0">
                <a:solidFill>
                  <a:srgbClr val="91A1B4"/>
                </a:solidFill>
                <a:latin typeface="Arial"/>
                <a:ea typeface="Arial"/>
                <a:cs typeface="Arial"/>
              </a:defRPr>
            </a:lvl2pPr>
            <a:lvl3pPr algn="l">
              <a:defRPr sz="1125" b="0">
                <a:solidFill>
                  <a:srgbClr val="91A1B4"/>
                </a:solidFill>
                <a:latin typeface="Arial"/>
                <a:ea typeface="Arial"/>
                <a:cs typeface="Arial"/>
              </a:defRPr>
            </a:lvl3pPr>
            <a:lvl4pPr algn="l">
              <a:defRPr sz="1125" b="0">
                <a:solidFill>
                  <a:srgbClr val="91A1B4"/>
                </a:solidFill>
                <a:latin typeface="Arial"/>
                <a:ea typeface="Arial"/>
                <a:cs typeface="Arial"/>
              </a:defRPr>
            </a:lvl4pPr>
            <a:lvl5pPr algn="l">
              <a:defRPr sz="1125" b="0">
                <a:solidFill>
                  <a:srgbClr val="91A1B4"/>
                </a:solidFill>
                <a:latin typeface="Arial"/>
                <a:ea typeface="Arial"/>
                <a:cs typeface="Arial"/>
              </a:defRPr>
            </a:lvl5pPr>
            <a:lvl6pPr algn="l">
              <a:defRPr sz="1125" b="0">
                <a:solidFill>
                  <a:srgbClr val="91A1B4"/>
                </a:solidFill>
                <a:latin typeface="Arial"/>
                <a:ea typeface="Arial"/>
                <a:cs typeface="Arial"/>
              </a:defRPr>
            </a:lvl6pPr>
            <a:lvl7pPr algn="l">
              <a:defRPr sz="1125" b="0">
                <a:solidFill>
                  <a:srgbClr val="91A1B4"/>
                </a:solidFill>
                <a:latin typeface="Arial"/>
                <a:ea typeface="Arial"/>
                <a:cs typeface="Arial"/>
              </a:defRPr>
            </a:lvl7pPr>
            <a:lvl8pPr algn="l">
              <a:defRPr sz="1125" b="0">
                <a:solidFill>
                  <a:srgbClr val="91A1B4"/>
                </a:solidFill>
                <a:latin typeface="Arial"/>
                <a:ea typeface="Arial"/>
                <a:cs typeface="Arial"/>
              </a:defRPr>
            </a:lvl8pPr>
            <a:lvl9pPr algn="l">
              <a:defRPr sz="1125" b="0">
                <a:solidFill>
                  <a:srgbClr val="91A1B4"/>
                </a:solidFill>
                <a:latin typeface="Arial"/>
                <a:ea typeface="Arial"/>
                <a:cs typeface="Arial"/>
              </a:defRPr>
            </a:lvl9pPr>
          </a:lstStyle>
          <a:p xmlns:a="http://schemas.openxmlformats.org/drawingml/2006/main">
            <a:pPr algn="l">
              <a:defRPr sz="1125" b="0">
                <a:solidFill>
                  <a:srgbClr val="91A1B4"/>
                </a:solidFill>
                <a:latin typeface="Arial"/>
                <a:ea typeface="Arial"/>
                <a:cs typeface="Arial"/>
              </a:defRPr>
            </a:pPr>
            <a:r>
              <a:rPr sz="1125" b="0">
                <a:solidFill>
                  <a:srgbClr val="91A1B4"/>
                </a:solidFill>
                <a:latin typeface="Arial"/>
                <a:ea typeface="Arial"/>
                <a:cs typeface="Arial"/>
              </a:rPr>
              <a:t>Prototype • Android • User-controlled</a:t>
            </a:r>
          </a:p>
        </p:txBody>
      </p:sp>
    </p:spTree>
    <p:extLst>
      <p:ext uri="{BB962C8B-B14F-4D97-AF65-F5344CB8AC3E}">
        <p14:creationId xmlns:p14="http://schemas.microsoft.com/office/powerpoint/2010/main" val="1706922294"/>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7" name="section">
            <a:extLst xmlns:a="http://schemas.openxmlformats.org/drawingml/2006/main">
              <a:ext uri="{FF2B5EF4-FFF2-40B4-BE49-F238E27FC236}">
                <a16:creationId xmlns:a16="http://schemas.microsoft.com/office/drawing/2014/main" id="{C2455D05-EA90-4BD0-8B8D-7A9AA6B36075}"/>
              </a:ext>
            </a:extLst>
          </p:cNvPr>
          <p:cNvSpPr>
            <a:spLocks xmlns:a="http://schemas.openxmlformats.org/drawingml/2006/main" noGrp="1"/>
          </p:cNvSpPr>
          <p:nvPr/>
        </p:nvSpPr>
        <p:spPr>
          <a:xfrm xmlns:a="http://schemas.openxmlformats.org/drawingml/2006/main">
            <a:off x="685800" y="3619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26174"/>
                </a:solidFill>
                <a:latin typeface="Arial"/>
                <a:ea typeface="Arial"/>
                <a:cs typeface="Arial"/>
              </a:defRPr>
            </a:defPPr>
            <a:lvl1pPr algn="l">
              <a:defRPr sz="1050" b="1">
                <a:solidFill>
                  <a:srgbClr val="526174"/>
                </a:solidFill>
                <a:latin typeface="Arial"/>
                <a:ea typeface="Arial"/>
                <a:cs typeface="Arial"/>
              </a:defRPr>
            </a:lvl1pPr>
            <a:lvl2pPr algn="l">
              <a:defRPr sz="1050" b="1">
                <a:solidFill>
                  <a:srgbClr val="526174"/>
                </a:solidFill>
                <a:latin typeface="Arial"/>
                <a:ea typeface="Arial"/>
                <a:cs typeface="Arial"/>
              </a:defRPr>
            </a:lvl2pPr>
            <a:lvl3pPr algn="l">
              <a:defRPr sz="1050" b="1">
                <a:solidFill>
                  <a:srgbClr val="526174"/>
                </a:solidFill>
                <a:latin typeface="Arial"/>
                <a:ea typeface="Arial"/>
                <a:cs typeface="Arial"/>
              </a:defRPr>
            </a:lvl3pPr>
            <a:lvl4pPr algn="l">
              <a:defRPr sz="1050" b="1">
                <a:solidFill>
                  <a:srgbClr val="526174"/>
                </a:solidFill>
                <a:latin typeface="Arial"/>
                <a:ea typeface="Arial"/>
                <a:cs typeface="Arial"/>
              </a:defRPr>
            </a:lvl4pPr>
            <a:lvl5pPr algn="l">
              <a:defRPr sz="1050" b="1">
                <a:solidFill>
                  <a:srgbClr val="526174"/>
                </a:solidFill>
                <a:latin typeface="Arial"/>
                <a:ea typeface="Arial"/>
                <a:cs typeface="Arial"/>
              </a:defRPr>
            </a:lvl5pPr>
            <a:lvl6pPr algn="l">
              <a:defRPr sz="1050" b="1">
                <a:solidFill>
                  <a:srgbClr val="526174"/>
                </a:solidFill>
                <a:latin typeface="Arial"/>
                <a:ea typeface="Arial"/>
                <a:cs typeface="Arial"/>
              </a:defRPr>
            </a:lvl6pPr>
            <a:lvl7pPr algn="l">
              <a:defRPr sz="1050" b="1">
                <a:solidFill>
                  <a:srgbClr val="526174"/>
                </a:solidFill>
                <a:latin typeface="Arial"/>
                <a:ea typeface="Arial"/>
                <a:cs typeface="Arial"/>
              </a:defRPr>
            </a:lvl7pPr>
            <a:lvl8pPr algn="l">
              <a:defRPr sz="1050" b="1">
                <a:solidFill>
                  <a:srgbClr val="526174"/>
                </a:solidFill>
                <a:latin typeface="Arial"/>
                <a:ea typeface="Arial"/>
                <a:cs typeface="Arial"/>
              </a:defRPr>
            </a:lvl8pPr>
            <a:lvl9pPr algn="l">
              <a:defRPr sz="1050" b="1">
                <a:solidFill>
                  <a:srgbClr val="526174"/>
                </a:solidFill>
                <a:latin typeface="Arial"/>
                <a:ea typeface="Arial"/>
                <a:cs typeface="Arial"/>
              </a:defRPr>
            </a:lvl9pPr>
          </a:lstStyle>
          <a:p xmlns:a="http://schemas.openxmlformats.org/drawingml/2006/main">
            <a:pPr algn="l">
              <a:defRPr sz="1050" b="1">
                <a:solidFill>
                  <a:srgbClr val="526174"/>
                </a:solidFill>
                <a:latin typeface="Arial"/>
                <a:ea typeface="Arial"/>
                <a:cs typeface="Arial"/>
              </a:defRPr>
            </a:pPr>
            <a:r>
              <a:rPr sz="1050" b="1">
                <a:solidFill>
                  <a:srgbClr val="526174"/>
                </a:solidFill>
                <a:latin typeface="Arial"/>
                <a:ea typeface="Arial"/>
                <a:cs typeface="Arial"/>
              </a:rPr>
              <a:t>CHOOSE YOUR NOTIFICATION RULE</a:t>
            </a:r>
          </a:p>
        </p:txBody>
      </p:sp>
      <p:sp>
        <p:nvSpPr>
          <p:cNvPr id="2" name="slide-number">
            <a:extLst xmlns:a="http://schemas.openxmlformats.org/drawingml/2006/main">
              <a:ext uri="{FF2B5EF4-FFF2-40B4-BE49-F238E27FC236}">
                <a16:creationId xmlns:a16="http://schemas.microsoft.com/office/drawing/2014/main" id="{F4364FF3-8B6A-4BB5-810D-3340594F949B}"/>
              </a:ext>
            </a:extLst>
          </p:cNvPr>
          <p:cNvSpPr>
            <a:spLocks xmlns:a="http://schemas.openxmlformats.org/drawingml/2006/main" noGrp="1"/>
          </p:cNvSpPr>
          <p:nvPr/>
        </p:nvSpPr>
        <p:spPr>
          <a:xfrm xmlns:a="http://schemas.openxmlformats.org/drawingml/2006/main">
            <a:off x="11087100" y="3619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526174"/>
                </a:solidFill>
                <a:latin typeface="Arial"/>
                <a:ea typeface="Arial"/>
                <a:cs typeface="Arial"/>
              </a:defRPr>
            </a:defPPr>
            <a:lvl1pPr algn="r">
              <a:defRPr sz="1050" b="1">
                <a:solidFill>
                  <a:srgbClr val="526174"/>
                </a:solidFill>
                <a:latin typeface="Arial"/>
                <a:ea typeface="Arial"/>
                <a:cs typeface="Arial"/>
              </a:defRPr>
            </a:lvl1pPr>
            <a:lvl2pPr algn="r">
              <a:defRPr sz="1050" b="1">
                <a:solidFill>
                  <a:srgbClr val="526174"/>
                </a:solidFill>
                <a:latin typeface="Arial"/>
                <a:ea typeface="Arial"/>
                <a:cs typeface="Arial"/>
              </a:defRPr>
            </a:lvl2pPr>
            <a:lvl3pPr algn="r">
              <a:defRPr sz="1050" b="1">
                <a:solidFill>
                  <a:srgbClr val="526174"/>
                </a:solidFill>
                <a:latin typeface="Arial"/>
                <a:ea typeface="Arial"/>
                <a:cs typeface="Arial"/>
              </a:defRPr>
            </a:lvl3pPr>
            <a:lvl4pPr algn="r">
              <a:defRPr sz="1050" b="1">
                <a:solidFill>
                  <a:srgbClr val="526174"/>
                </a:solidFill>
                <a:latin typeface="Arial"/>
                <a:ea typeface="Arial"/>
                <a:cs typeface="Arial"/>
              </a:defRPr>
            </a:lvl4pPr>
            <a:lvl5pPr algn="r">
              <a:defRPr sz="1050" b="1">
                <a:solidFill>
                  <a:srgbClr val="526174"/>
                </a:solidFill>
                <a:latin typeface="Arial"/>
                <a:ea typeface="Arial"/>
                <a:cs typeface="Arial"/>
              </a:defRPr>
            </a:lvl5pPr>
            <a:lvl6pPr algn="r">
              <a:defRPr sz="1050" b="1">
                <a:solidFill>
                  <a:srgbClr val="526174"/>
                </a:solidFill>
                <a:latin typeface="Arial"/>
                <a:ea typeface="Arial"/>
                <a:cs typeface="Arial"/>
              </a:defRPr>
            </a:lvl6pPr>
            <a:lvl7pPr algn="r">
              <a:defRPr sz="1050" b="1">
                <a:solidFill>
                  <a:srgbClr val="526174"/>
                </a:solidFill>
                <a:latin typeface="Arial"/>
                <a:ea typeface="Arial"/>
                <a:cs typeface="Arial"/>
              </a:defRPr>
            </a:lvl7pPr>
            <a:lvl8pPr algn="r">
              <a:defRPr sz="1050" b="1">
                <a:solidFill>
                  <a:srgbClr val="526174"/>
                </a:solidFill>
                <a:latin typeface="Arial"/>
                <a:ea typeface="Arial"/>
                <a:cs typeface="Arial"/>
              </a:defRPr>
            </a:lvl8pPr>
            <a:lvl9pPr algn="r">
              <a:defRPr sz="1050" b="1">
                <a:solidFill>
                  <a:srgbClr val="526174"/>
                </a:solidFill>
                <a:latin typeface="Arial"/>
                <a:ea typeface="Arial"/>
                <a:cs typeface="Arial"/>
              </a:defRPr>
            </a:lvl9pPr>
          </a:lstStyle>
          <a:p xmlns:a="http://schemas.openxmlformats.org/drawingml/2006/main">
            <a:pPr algn="r">
              <a:defRPr sz="1050" b="1">
                <a:solidFill>
                  <a:srgbClr val="526174"/>
                </a:solidFill>
                <a:latin typeface="Arial"/>
                <a:ea typeface="Arial"/>
                <a:cs typeface="Arial"/>
              </a:defRPr>
            </a:pPr>
            <a:r>
              <a:rPr sz="1050" b="1">
                <a:solidFill>
                  <a:srgbClr val="526174"/>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C1D5F10C-293C-48C6-8A51-9B422E302DA0}"/>
              </a:ext>
            </a:extLst>
          </p:cNvPr>
          <p:cNvSpPr>
            <a:spLocks xmlns:a="http://schemas.openxmlformats.org/drawingml/2006/main" noGrp="1"/>
          </p:cNvSpPr>
          <p:nvPr/>
        </p:nvSpPr>
        <p:spPr>
          <a:xfrm xmlns:a="http://schemas.openxmlformats.org/drawingml/2006/main">
            <a:off x="685800" y="8001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111827"/>
                </a:solidFill>
                <a:latin typeface="Arial"/>
                <a:ea typeface="Arial"/>
                <a:cs typeface="Arial"/>
              </a:defRPr>
            </a:defPPr>
            <a:lvl1pPr algn="l">
              <a:defRPr sz="2850" b="1">
                <a:solidFill>
                  <a:srgbClr val="111827"/>
                </a:solidFill>
                <a:latin typeface="Arial"/>
                <a:ea typeface="Arial"/>
                <a:cs typeface="Arial"/>
              </a:defRPr>
            </a:lvl1pPr>
            <a:lvl2pPr algn="l">
              <a:defRPr sz="2850" b="1">
                <a:solidFill>
                  <a:srgbClr val="111827"/>
                </a:solidFill>
                <a:latin typeface="Arial"/>
                <a:ea typeface="Arial"/>
                <a:cs typeface="Arial"/>
              </a:defRPr>
            </a:lvl2pPr>
            <a:lvl3pPr algn="l">
              <a:defRPr sz="2850" b="1">
                <a:solidFill>
                  <a:srgbClr val="111827"/>
                </a:solidFill>
                <a:latin typeface="Arial"/>
                <a:ea typeface="Arial"/>
                <a:cs typeface="Arial"/>
              </a:defRPr>
            </a:lvl3pPr>
            <a:lvl4pPr algn="l">
              <a:defRPr sz="2850" b="1">
                <a:solidFill>
                  <a:srgbClr val="111827"/>
                </a:solidFill>
                <a:latin typeface="Arial"/>
                <a:ea typeface="Arial"/>
                <a:cs typeface="Arial"/>
              </a:defRPr>
            </a:lvl4pPr>
            <a:lvl5pPr algn="l">
              <a:defRPr sz="2850" b="1">
                <a:solidFill>
                  <a:srgbClr val="111827"/>
                </a:solidFill>
                <a:latin typeface="Arial"/>
                <a:ea typeface="Arial"/>
                <a:cs typeface="Arial"/>
              </a:defRPr>
            </a:lvl5pPr>
            <a:lvl6pPr algn="l">
              <a:defRPr sz="2850" b="1">
                <a:solidFill>
                  <a:srgbClr val="111827"/>
                </a:solidFill>
                <a:latin typeface="Arial"/>
                <a:ea typeface="Arial"/>
                <a:cs typeface="Arial"/>
              </a:defRPr>
            </a:lvl6pPr>
            <a:lvl7pPr algn="l">
              <a:defRPr sz="2850" b="1">
                <a:solidFill>
                  <a:srgbClr val="111827"/>
                </a:solidFill>
                <a:latin typeface="Arial"/>
                <a:ea typeface="Arial"/>
                <a:cs typeface="Arial"/>
              </a:defRPr>
            </a:lvl7pPr>
            <a:lvl8pPr algn="l">
              <a:defRPr sz="2850" b="1">
                <a:solidFill>
                  <a:srgbClr val="111827"/>
                </a:solidFill>
                <a:latin typeface="Arial"/>
                <a:ea typeface="Arial"/>
                <a:cs typeface="Arial"/>
              </a:defRPr>
            </a:lvl8pPr>
            <a:lvl9pPr algn="l">
              <a:defRPr sz="2850" b="1">
                <a:solidFill>
                  <a:srgbClr val="111827"/>
                </a:solidFill>
                <a:latin typeface="Arial"/>
                <a:ea typeface="Arial"/>
                <a:cs typeface="Arial"/>
              </a:defRPr>
            </a:lvl9pPr>
          </a:lstStyle>
          <a:p xmlns:a="http://schemas.openxmlformats.org/drawingml/2006/main">
            <a:pPr algn="l">
              <a:defRPr sz="2850" b="1">
                <a:solidFill>
                  <a:srgbClr val="111827"/>
                </a:solidFill>
                <a:latin typeface="Arial"/>
                <a:ea typeface="Arial"/>
                <a:cs typeface="Arial"/>
              </a:defRPr>
            </a:pPr>
            <a:r>
              <a:rPr sz="2850" b="1">
                <a:solidFill>
                  <a:srgbClr val="111827"/>
                </a:solidFill>
                <a:latin typeface="Arial"/>
                <a:ea typeface="Arial"/>
                <a:cs typeface="Arial"/>
              </a:rPr>
              <a:t>Four app roles. One focus session.</a:t>
            </a:r>
          </a:p>
        </p:txBody>
      </p:sp>
      <p:sp>
        <p:nvSpPr>
          <p:cNvPr id="4" name="">
            <a:extLst xmlns:a="http://schemas.openxmlformats.org/drawingml/2006/main">
              <a:ext uri="{FF2B5EF4-FFF2-40B4-BE49-F238E27FC236}">
                <a16:creationId xmlns:a16="http://schemas.microsoft.com/office/drawing/2014/main" id="{C0E27B6A-A3B1-4556-991A-BE3B63AFEB33}"/>
              </a:ext>
            </a:extLst>
          </p:cNvPr>
          <p:cNvSpPr>
            <a:spLocks xmlns:a="http://schemas.openxmlformats.org/drawingml/2006/main" noGrp="1"/>
          </p:cNvSpPr>
          <p:nvPr/>
        </p:nvSpPr>
        <p:spPr>
          <a:xfrm xmlns:a="http://schemas.openxmlformats.org/drawingml/2006/main">
            <a:off x="685800" y="1409700"/>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26174"/>
                </a:solidFill>
                <a:latin typeface="Arial"/>
                <a:ea typeface="Arial"/>
                <a:cs typeface="Arial"/>
              </a:defRPr>
            </a:defPPr>
            <a:lvl1pPr algn="l">
              <a:defRPr sz="1500" b="0">
                <a:solidFill>
                  <a:srgbClr val="526174"/>
                </a:solidFill>
                <a:latin typeface="Arial"/>
                <a:ea typeface="Arial"/>
                <a:cs typeface="Arial"/>
              </a:defRPr>
            </a:lvl1pPr>
            <a:lvl2pPr algn="l">
              <a:defRPr sz="1500" b="0">
                <a:solidFill>
                  <a:srgbClr val="526174"/>
                </a:solidFill>
                <a:latin typeface="Arial"/>
                <a:ea typeface="Arial"/>
                <a:cs typeface="Arial"/>
              </a:defRPr>
            </a:lvl2pPr>
            <a:lvl3pPr algn="l">
              <a:defRPr sz="1500" b="0">
                <a:solidFill>
                  <a:srgbClr val="526174"/>
                </a:solidFill>
                <a:latin typeface="Arial"/>
                <a:ea typeface="Arial"/>
                <a:cs typeface="Arial"/>
              </a:defRPr>
            </a:lvl3pPr>
            <a:lvl4pPr algn="l">
              <a:defRPr sz="1500" b="0">
                <a:solidFill>
                  <a:srgbClr val="526174"/>
                </a:solidFill>
                <a:latin typeface="Arial"/>
                <a:ea typeface="Arial"/>
                <a:cs typeface="Arial"/>
              </a:defRPr>
            </a:lvl4pPr>
            <a:lvl5pPr algn="l">
              <a:defRPr sz="1500" b="0">
                <a:solidFill>
                  <a:srgbClr val="526174"/>
                </a:solidFill>
                <a:latin typeface="Arial"/>
                <a:ea typeface="Arial"/>
                <a:cs typeface="Arial"/>
              </a:defRPr>
            </a:lvl5pPr>
            <a:lvl6pPr algn="l">
              <a:defRPr sz="1500" b="0">
                <a:solidFill>
                  <a:srgbClr val="526174"/>
                </a:solidFill>
                <a:latin typeface="Arial"/>
                <a:ea typeface="Arial"/>
                <a:cs typeface="Arial"/>
              </a:defRPr>
            </a:lvl6pPr>
            <a:lvl7pPr algn="l">
              <a:defRPr sz="1500" b="0">
                <a:solidFill>
                  <a:srgbClr val="526174"/>
                </a:solidFill>
                <a:latin typeface="Arial"/>
                <a:ea typeface="Arial"/>
                <a:cs typeface="Arial"/>
              </a:defRPr>
            </a:lvl7pPr>
            <a:lvl8pPr algn="l">
              <a:defRPr sz="1500" b="0">
                <a:solidFill>
                  <a:srgbClr val="526174"/>
                </a:solidFill>
                <a:latin typeface="Arial"/>
                <a:ea typeface="Arial"/>
                <a:cs typeface="Arial"/>
              </a:defRPr>
            </a:lvl8pPr>
            <a:lvl9pPr algn="l">
              <a:defRPr sz="1500" b="0">
                <a:solidFill>
                  <a:srgbClr val="526174"/>
                </a:solidFill>
                <a:latin typeface="Arial"/>
                <a:ea typeface="Arial"/>
                <a:cs typeface="Arial"/>
              </a:defRPr>
            </a:lvl9pPr>
          </a:lstStyle>
          <a:p xmlns:a="http://schemas.openxmlformats.org/drawingml/2006/main">
            <a:pPr algn="l">
              <a:defRPr sz="1500" b="0">
                <a:solidFill>
                  <a:srgbClr val="526174"/>
                </a:solidFill>
                <a:latin typeface="Arial"/>
                <a:ea typeface="Arial"/>
                <a:cs typeface="Arial"/>
              </a:defRPr>
            </a:pPr>
            <a:r>
              <a:rPr sz="1500" b="0">
                <a:solidFill>
                  <a:srgbClr val="526174"/>
                </a:solidFill>
                <a:latin typeface="Arial"/>
                <a:ea typeface="Arial"/>
                <a:cs typeface="Arial"/>
              </a:rPr>
              <a:t>Set the rule app by app. Change it whenever your priorities change.</a:t>
            </a:r>
          </a:p>
        </p:txBody>
      </p:sp>
      <p:sp>
        <p:nvSpPr>
          <p:cNvPr id="5" name="">
            <a:extLst xmlns:a="http://schemas.openxmlformats.org/drawingml/2006/main">
              <a:ext uri="{FF2B5EF4-FFF2-40B4-BE49-F238E27FC236}">
                <a16:creationId xmlns:a16="http://schemas.microsoft.com/office/drawing/2014/main" id="{77E89799-573C-40F5-ACAB-31198B7EED99}"/>
              </a:ext>
            </a:extLst>
          </p:cNvPr>
          <p:cNvSpPr>
            <a:spLocks xmlns:a="http://schemas.openxmlformats.org/drawingml/2006/main" noGrp="1"/>
          </p:cNvSpPr>
          <p:nvPr/>
        </p:nvSpPr>
        <p:spPr>
          <a:xfrm xmlns:a="http://schemas.openxmlformats.org/drawingml/2006/main">
            <a:off x="685800" y="2266950"/>
            <a:ext cx="2343150" cy="4762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EEACFF3-B01D-43D0-9421-D6DD58DAA550}"/>
              </a:ext>
            </a:extLst>
          </p:cNvPr>
          <p:cNvSpPr>
            <a:spLocks xmlns:a="http://schemas.openxmlformats.org/drawingml/2006/main" noGrp="1"/>
          </p:cNvSpPr>
          <p:nvPr/>
        </p:nvSpPr>
        <p:spPr>
          <a:xfrm xmlns:a="http://schemas.openxmlformats.org/drawingml/2006/main">
            <a:off x="685800" y="24765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0F766E"/>
                </a:solidFill>
                <a:latin typeface="Arial"/>
                <a:ea typeface="Arial"/>
                <a:cs typeface="Arial"/>
              </a:defRPr>
            </a:defPPr>
            <a:lvl1pPr algn="l">
              <a:defRPr sz="1125" b="1">
                <a:solidFill>
                  <a:srgbClr val="0F766E"/>
                </a:solidFill>
                <a:latin typeface="Arial"/>
                <a:ea typeface="Arial"/>
                <a:cs typeface="Arial"/>
              </a:defRPr>
            </a:lvl1pPr>
            <a:lvl2pPr algn="l">
              <a:defRPr sz="1125" b="1">
                <a:solidFill>
                  <a:srgbClr val="0F766E"/>
                </a:solidFill>
                <a:latin typeface="Arial"/>
                <a:ea typeface="Arial"/>
                <a:cs typeface="Arial"/>
              </a:defRPr>
            </a:lvl2pPr>
            <a:lvl3pPr algn="l">
              <a:defRPr sz="1125" b="1">
                <a:solidFill>
                  <a:srgbClr val="0F766E"/>
                </a:solidFill>
                <a:latin typeface="Arial"/>
                <a:ea typeface="Arial"/>
                <a:cs typeface="Arial"/>
              </a:defRPr>
            </a:lvl3pPr>
            <a:lvl4pPr algn="l">
              <a:defRPr sz="1125" b="1">
                <a:solidFill>
                  <a:srgbClr val="0F766E"/>
                </a:solidFill>
                <a:latin typeface="Arial"/>
                <a:ea typeface="Arial"/>
                <a:cs typeface="Arial"/>
              </a:defRPr>
            </a:lvl4pPr>
            <a:lvl5pPr algn="l">
              <a:defRPr sz="1125" b="1">
                <a:solidFill>
                  <a:srgbClr val="0F766E"/>
                </a:solidFill>
                <a:latin typeface="Arial"/>
                <a:ea typeface="Arial"/>
                <a:cs typeface="Arial"/>
              </a:defRPr>
            </a:lvl5pPr>
            <a:lvl6pPr algn="l">
              <a:defRPr sz="1125" b="1">
                <a:solidFill>
                  <a:srgbClr val="0F766E"/>
                </a:solidFill>
                <a:latin typeface="Arial"/>
                <a:ea typeface="Arial"/>
                <a:cs typeface="Arial"/>
              </a:defRPr>
            </a:lvl6pPr>
            <a:lvl7pPr algn="l">
              <a:defRPr sz="1125" b="1">
                <a:solidFill>
                  <a:srgbClr val="0F766E"/>
                </a:solidFill>
                <a:latin typeface="Arial"/>
                <a:ea typeface="Arial"/>
                <a:cs typeface="Arial"/>
              </a:defRPr>
            </a:lvl7pPr>
            <a:lvl8pPr algn="l">
              <a:defRPr sz="1125" b="1">
                <a:solidFill>
                  <a:srgbClr val="0F766E"/>
                </a:solidFill>
                <a:latin typeface="Arial"/>
                <a:ea typeface="Arial"/>
                <a:cs typeface="Arial"/>
              </a:defRPr>
            </a:lvl8pPr>
            <a:lvl9pPr algn="l">
              <a:defRPr sz="1125" b="1">
                <a:solidFill>
                  <a:srgbClr val="0F766E"/>
                </a:solidFill>
                <a:latin typeface="Arial"/>
                <a:ea typeface="Arial"/>
                <a:cs typeface="Arial"/>
              </a:defRPr>
            </a:lvl9pPr>
          </a:lstStyle>
          <a:p xmlns:a="http://schemas.openxmlformats.org/drawingml/2006/main">
            <a:pPr algn="l">
              <a:defRPr sz="1125" b="1">
                <a:solidFill>
                  <a:srgbClr val="0F766E"/>
                </a:solidFill>
                <a:latin typeface="Arial"/>
                <a:ea typeface="Arial"/>
                <a:cs typeface="Arial"/>
              </a:defRPr>
            </a:pPr>
            <a:r>
              <a:rPr sz="1125" b="1">
                <a:solidFill>
                  <a:srgbClr val="0F766E"/>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383774C0-BC71-45A5-93C1-D719AAD4A573}"/>
              </a:ext>
            </a:extLst>
          </p:cNvPr>
          <p:cNvSpPr>
            <a:spLocks xmlns:a="http://schemas.openxmlformats.org/drawingml/2006/main" noGrp="1"/>
          </p:cNvSpPr>
          <p:nvPr/>
        </p:nvSpPr>
        <p:spPr>
          <a:xfrm xmlns:a="http://schemas.openxmlformats.org/drawingml/2006/main">
            <a:off x="685800" y="2876550"/>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11827"/>
                </a:solidFill>
                <a:latin typeface="Arial"/>
                <a:ea typeface="Arial"/>
                <a:cs typeface="Arial"/>
              </a:defRPr>
            </a:defPPr>
            <a:lvl1pPr algn="l">
              <a:defRPr sz="1800" b="1">
                <a:solidFill>
                  <a:srgbClr val="111827"/>
                </a:solidFill>
                <a:latin typeface="Arial"/>
                <a:ea typeface="Arial"/>
                <a:cs typeface="Arial"/>
              </a:defRPr>
            </a:lvl1pPr>
            <a:lvl2pPr algn="l">
              <a:defRPr sz="1800" b="1">
                <a:solidFill>
                  <a:srgbClr val="111827"/>
                </a:solidFill>
                <a:latin typeface="Arial"/>
                <a:ea typeface="Arial"/>
                <a:cs typeface="Arial"/>
              </a:defRPr>
            </a:lvl2pPr>
            <a:lvl3pPr algn="l">
              <a:defRPr sz="1800" b="1">
                <a:solidFill>
                  <a:srgbClr val="111827"/>
                </a:solidFill>
                <a:latin typeface="Arial"/>
                <a:ea typeface="Arial"/>
                <a:cs typeface="Arial"/>
              </a:defRPr>
            </a:lvl3pPr>
            <a:lvl4pPr algn="l">
              <a:defRPr sz="1800" b="1">
                <a:solidFill>
                  <a:srgbClr val="111827"/>
                </a:solidFill>
                <a:latin typeface="Arial"/>
                <a:ea typeface="Arial"/>
                <a:cs typeface="Arial"/>
              </a:defRPr>
            </a:lvl4pPr>
            <a:lvl5pPr algn="l">
              <a:defRPr sz="1800" b="1">
                <a:solidFill>
                  <a:srgbClr val="111827"/>
                </a:solidFill>
                <a:latin typeface="Arial"/>
                <a:ea typeface="Arial"/>
                <a:cs typeface="Arial"/>
              </a:defRPr>
            </a:lvl5pPr>
            <a:lvl6pPr algn="l">
              <a:defRPr sz="1800" b="1">
                <a:solidFill>
                  <a:srgbClr val="111827"/>
                </a:solidFill>
                <a:latin typeface="Arial"/>
                <a:ea typeface="Arial"/>
                <a:cs typeface="Arial"/>
              </a:defRPr>
            </a:lvl6pPr>
            <a:lvl7pPr algn="l">
              <a:defRPr sz="1800" b="1">
                <a:solidFill>
                  <a:srgbClr val="111827"/>
                </a:solidFill>
                <a:latin typeface="Arial"/>
                <a:ea typeface="Arial"/>
                <a:cs typeface="Arial"/>
              </a:defRPr>
            </a:lvl7pPr>
            <a:lvl8pPr algn="l">
              <a:defRPr sz="1800" b="1">
                <a:solidFill>
                  <a:srgbClr val="111827"/>
                </a:solidFill>
                <a:latin typeface="Arial"/>
                <a:ea typeface="Arial"/>
                <a:cs typeface="Arial"/>
              </a:defRPr>
            </a:lvl8pPr>
            <a:lvl9pPr algn="l">
              <a:defRPr sz="1800" b="1">
                <a:solidFill>
                  <a:srgbClr val="111827"/>
                </a:solidFill>
                <a:latin typeface="Arial"/>
                <a:ea typeface="Arial"/>
                <a:cs typeface="Arial"/>
              </a:defRPr>
            </a:lvl9pPr>
          </a:lstStyle>
          <a:p xmlns:a="http://schemas.openxmlformats.org/drawingml/2006/main">
            <a:pPr algn="l">
              <a:defRPr sz="1800" b="1">
                <a:solidFill>
                  <a:srgbClr val="111827"/>
                </a:solidFill>
                <a:latin typeface="Arial"/>
                <a:ea typeface="Arial"/>
                <a:cs typeface="Arial"/>
              </a:defRPr>
            </a:pPr>
            <a:r>
              <a:rPr sz="1800" b="1">
                <a:solidFill>
                  <a:srgbClr val="111827"/>
                </a:solidFill>
                <a:latin typeface="Arial"/>
                <a:ea typeface="Arial"/>
                <a:cs typeface="Arial"/>
              </a:rPr>
              <a:t>ALLOW</a:t>
            </a:r>
          </a:p>
        </p:txBody>
      </p:sp>
      <p:sp>
        <p:nvSpPr>
          <p:cNvPr id="8" name="">
            <a:extLst xmlns:a="http://schemas.openxmlformats.org/drawingml/2006/main">
              <a:ext uri="{FF2B5EF4-FFF2-40B4-BE49-F238E27FC236}">
                <a16:creationId xmlns:a16="http://schemas.microsoft.com/office/drawing/2014/main" id="{2C7A1EB0-82F3-4F6A-9EEA-E1EB51A0E859}"/>
              </a:ext>
            </a:extLst>
          </p:cNvPr>
          <p:cNvSpPr>
            <a:spLocks xmlns:a="http://schemas.openxmlformats.org/drawingml/2006/main" noGrp="1"/>
          </p:cNvSpPr>
          <p:nvPr/>
        </p:nvSpPr>
        <p:spPr>
          <a:xfrm xmlns:a="http://schemas.openxmlformats.org/drawingml/2006/main">
            <a:off x="685800" y="3514725"/>
            <a:ext cx="23336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11827"/>
                </a:solidFill>
                <a:latin typeface="Arial"/>
                <a:ea typeface="Arial"/>
                <a:cs typeface="Arial"/>
              </a:defRPr>
            </a:defPPr>
            <a:lvl1pPr algn="l">
              <a:defRPr sz="1500" b="0">
                <a:solidFill>
                  <a:srgbClr val="111827"/>
                </a:solidFill>
                <a:latin typeface="Arial"/>
                <a:ea typeface="Arial"/>
                <a:cs typeface="Arial"/>
              </a:defRPr>
            </a:lvl1pPr>
            <a:lvl2pPr algn="l">
              <a:defRPr sz="1500" b="0">
                <a:solidFill>
                  <a:srgbClr val="111827"/>
                </a:solidFill>
                <a:latin typeface="Arial"/>
                <a:ea typeface="Arial"/>
                <a:cs typeface="Arial"/>
              </a:defRPr>
            </a:lvl2pPr>
            <a:lvl3pPr algn="l">
              <a:defRPr sz="1500" b="0">
                <a:solidFill>
                  <a:srgbClr val="111827"/>
                </a:solidFill>
                <a:latin typeface="Arial"/>
                <a:ea typeface="Arial"/>
                <a:cs typeface="Arial"/>
              </a:defRPr>
            </a:lvl3pPr>
            <a:lvl4pPr algn="l">
              <a:defRPr sz="1500" b="0">
                <a:solidFill>
                  <a:srgbClr val="111827"/>
                </a:solidFill>
                <a:latin typeface="Arial"/>
                <a:ea typeface="Arial"/>
                <a:cs typeface="Arial"/>
              </a:defRPr>
            </a:lvl4pPr>
            <a:lvl5pPr algn="l">
              <a:defRPr sz="1500" b="0">
                <a:solidFill>
                  <a:srgbClr val="111827"/>
                </a:solidFill>
                <a:latin typeface="Arial"/>
                <a:ea typeface="Arial"/>
                <a:cs typeface="Arial"/>
              </a:defRPr>
            </a:lvl5pPr>
            <a:lvl6pPr algn="l">
              <a:defRPr sz="1500" b="0">
                <a:solidFill>
                  <a:srgbClr val="111827"/>
                </a:solidFill>
                <a:latin typeface="Arial"/>
                <a:ea typeface="Arial"/>
                <a:cs typeface="Arial"/>
              </a:defRPr>
            </a:lvl6pPr>
            <a:lvl7pPr algn="l">
              <a:defRPr sz="1500" b="0">
                <a:solidFill>
                  <a:srgbClr val="111827"/>
                </a:solidFill>
                <a:latin typeface="Arial"/>
                <a:ea typeface="Arial"/>
                <a:cs typeface="Arial"/>
              </a:defRPr>
            </a:lvl7pPr>
            <a:lvl8pPr algn="l">
              <a:defRPr sz="1500" b="0">
                <a:solidFill>
                  <a:srgbClr val="111827"/>
                </a:solidFill>
                <a:latin typeface="Arial"/>
                <a:ea typeface="Arial"/>
                <a:cs typeface="Arial"/>
              </a:defRPr>
            </a:lvl8pPr>
            <a:lvl9pPr algn="l">
              <a:defRPr sz="1500" b="0">
                <a:solidFill>
                  <a:srgbClr val="111827"/>
                </a:solidFill>
                <a:latin typeface="Arial"/>
                <a:ea typeface="Arial"/>
                <a:cs typeface="Arial"/>
              </a:defRPr>
            </a:lvl9pPr>
          </a:lstStyle>
          <a:p xmlns:a="http://schemas.openxmlformats.org/drawingml/2006/main">
            <a:pPr algn="l">
              <a:lnSpc>
                <a:spcPct val="110000"/>
              </a:lnSpc>
              <a:buNone/>
              <a:defRPr sz="1500" b="0">
                <a:solidFill>
                  <a:srgbClr val="111827"/>
                </a:solidFill>
                <a:latin typeface="Arial"/>
                <a:ea typeface="Arial"/>
                <a:cs typeface="Arial"/>
              </a:defRPr>
            </a:pPr>
            <a:r>
              <a:rPr sz="1500" b="0">
                <a:solidFill>
                  <a:srgbClr val="111827"/>
                </a:solidFill>
                <a:latin typeface="Arial"/>
                <a:ea typeface="Arial"/>
                <a:cs typeface="Arial"/>
              </a:rPr>
              <a:t>Let the app alert you as usual.</a:t>
            </a:r>
          </a:p>
        </p:txBody>
      </p:sp>
      <p:sp>
        <p:nvSpPr>
          <p:cNvPr id="9" name="">
            <a:extLst xmlns:a="http://schemas.openxmlformats.org/drawingml/2006/main">
              <a:ext uri="{FF2B5EF4-FFF2-40B4-BE49-F238E27FC236}">
                <a16:creationId xmlns:a16="http://schemas.microsoft.com/office/drawing/2014/main" id="{B5DC29C2-AC25-4FA6-8ADD-A132286E21D4}"/>
              </a:ext>
            </a:extLst>
          </p:cNvPr>
          <p:cNvSpPr>
            <a:spLocks xmlns:a="http://schemas.openxmlformats.org/drawingml/2006/main" noGrp="1"/>
          </p:cNvSpPr>
          <p:nvPr/>
        </p:nvSpPr>
        <p:spPr>
          <a:xfrm xmlns:a="http://schemas.openxmlformats.org/drawingml/2006/main">
            <a:off x="685800" y="4552950"/>
            <a:ext cx="2333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26174"/>
                </a:solidFill>
                <a:latin typeface="Arial"/>
                <a:ea typeface="Arial"/>
                <a:cs typeface="Arial"/>
              </a:defRPr>
            </a:defPPr>
            <a:lvl1pPr algn="l">
              <a:defRPr sz="1275" b="0">
                <a:solidFill>
                  <a:srgbClr val="526174"/>
                </a:solidFill>
                <a:latin typeface="Arial"/>
                <a:ea typeface="Arial"/>
                <a:cs typeface="Arial"/>
              </a:defRPr>
            </a:lvl1pPr>
            <a:lvl2pPr algn="l">
              <a:defRPr sz="1275" b="0">
                <a:solidFill>
                  <a:srgbClr val="526174"/>
                </a:solidFill>
                <a:latin typeface="Arial"/>
                <a:ea typeface="Arial"/>
                <a:cs typeface="Arial"/>
              </a:defRPr>
            </a:lvl2pPr>
            <a:lvl3pPr algn="l">
              <a:defRPr sz="1275" b="0">
                <a:solidFill>
                  <a:srgbClr val="526174"/>
                </a:solidFill>
                <a:latin typeface="Arial"/>
                <a:ea typeface="Arial"/>
                <a:cs typeface="Arial"/>
              </a:defRPr>
            </a:lvl3pPr>
            <a:lvl4pPr algn="l">
              <a:defRPr sz="1275" b="0">
                <a:solidFill>
                  <a:srgbClr val="526174"/>
                </a:solidFill>
                <a:latin typeface="Arial"/>
                <a:ea typeface="Arial"/>
                <a:cs typeface="Arial"/>
              </a:defRPr>
            </a:lvl4pPr>
            <a:lvl5pPr algn="l">
              <a:defRPr sz="1275" b="0">
                <a:solidFill>
                  <a:srgbClr val="526174"/>
                </a:solidFill>
                <a:latin typeface="Arial"/>
                <a:ea typeface="Arial"/>
                <a:cs typeface="Arial"/>
              </a:defRPr>
            </a:lvl5pPr>
            <a:lvl6pPr algn="l">
              <a:defRPr sz="1275" b="0">
                <a:solidFill>
                  <a:srgbClr val="526174"/>
                </a:solidFill>
                <a:latin typeface="Arial"/>
                <a:ea typeface="Arial"/>
                <a:cs typeface="Arial"/>
              </a:defRPr>
            </a:lvl6pPr>
            <a:lvl7pPr algn="l">
              <a:defRPr sz="1275" b="0">
                <a:solidFill>
                  <a:srgbClr val="526174"/>
                </a:solidFill>
                <a:latin typeface="Arial"/>
                <a:ea typeface="Arial"/>
                <a:cs typeface="Arial"/>
              </a:defRPr>
            </a:lvl7pPr>
            <a:lvl8pPr algn="l">
              <a:defRPr sz="1275" b="0">
                <a:solidFill>
                  <a:srgbClr val="526174"/>
                </a:solidFill>
                <a:latin typeface="Arial"/>
                <a:ea typeface="Arial"/>
                <a:cs typeface="Arial"/>
              </a:defRPr>
            </a:lvl8pPr>
            <a:lvl9pPr algn="l">
              <a:defRPr sz="1275" b="0">
                <a:solidFill>
                  <a:srgbClr val="526174"/>
                </a:solidFill>
                <a:latin typeface="Arial"/>
                <a:ea typeface="Arial"/>
                <a:cs typeface="Arial"/>
              </a:defRPr>
            </a:lvl9pPr>
          </a:lstStyle>
          <a:p xmlns:a="http://schemas.openxmlformats.org/drawingml/2006/main">
            <a:pPr algn="l">
              <a:lnSpc>
                <a:spcPct val="115000"/>
              </a:lnSpc>
              <a:buNone/>
              <a:defRPr sz="1275" b="0">
                <a:solidFill>
                  <a:srgbClr val="526174"/>
                </a:solidFill>
                <a:latin typeface="Arial"/>
                <a:ea typeface="Arial"/>
                <a:cs typeface="Arial"/>
              </a:defRPr>
            </a:pPr>
            <a:r>
              <a:rPr sz="1275" b="0">
                <a:solidFill>
                  <a:srgbClr val="526174"/>
                </a:solidFill>
                <a:latin typeface="Arial"/>
                <a:ea typeface="Arial"/>
                <a:cs typeface="Arial"/>
              </a:rPr>
              <a:t>Use for: updates you want to see right away.</a:t>
            </a:r>
          </a:p>
        </p:txBody>
      </p:sp>
      <p:sp>
        <p:nvSpPr>
          <p:cNvPr id="10" name="">
            <a:extLst xmlns:a="http://schemas.openxmlformats.org/drawingml/2006/main">
              <a:ext uri="{FF2B5EF4-FFF2-40B4-BE49-F238E27FC236}">
                <a16:creationId xmlns:a16="http://schemas.microsoft.com/office/drawing/2014/main" id="{DDBEFC60-838C-4DFF-95F0-720FDD559802}"/>
              </a:ext>
            </a:extLst>
          </p:cNvPr>
          <p:cNvSpPr>
            <a:spLocks xmlns:a="http://schemas.openxmlformats.org/drawingml/2006/main" noGrp="1"/>
          </p:cNvSpPr>
          <p:nvPr/>
        </p:nvSpPr>
        <p:spPr>
          <a:xfrm xmlns:a="http://schemas.openxmlformats.org/drawingml/2006/main">
            <a:off x="3448050" y="2266950"/>
            <a:ext cx="2343150" cy="47625"/>
          </a:xfrm>
          <a:prstGeom xmlns:a="http://schemas.openxmlformats.org/drawingml/2006/main" prst="rect">
            <a:avLst/>
          </a:prstGeom>
          <a:solidFill xmlns:a="http://schemas.openxmlformats.org/drawingml/2006/main">
            <a:srgbClr val="E56B5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4F260CC-88B3-40B1-AE9C-27805B155FCA}"/>
              </a:ext>
            </a:extLst>
          </p:cNvPr>
          <p:cNvSpPr>
            <a:spLocks xmlns:a="http://schemas.openxmlformats.org/drawingml/2006/main" noGrp="1"/>
          </p:cNvSpPr>
          <p:nvPr/>
        </p:nvSpPr>
        <p:spPr>
          <a:xfrm xmlns:a="http://schemas.openxmlformats.org/drawingml/2006/main">
            <a:off x="3448050" y="24765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E56B5D"/>
                </a:solidFill>
                <a:latin typeface="Arial"/>
                <a:ea typeface="Arial"/>
                <a:cs typeface="Arial"/>
              </a:defRPr>
            </a:defPPr>
            <a:lvl1pPr algn="l">
              <a:defRPr sz="1125" b="1">
                <a:solidFill>
                  <a:srgbClr val="E56B5D"/>
                </a:solidFill>
                <a:latin typeface="Arial"/>
                <a:ea typeface="Arial"/>
                <a:cs typeface="Arial"/>
              </a:defRPr>
            </a:lvl1pPr>
            <a:lvl2pPr algn="l">
              <a:defRPr sz="1125" b="1">
                <a:solidFill>
                  <a:srgbClr val="E56B5D"/>
                </a:solidFill>
                <a:latin typeface="Arial"/>
                <a:ea typeface="Arial"/>
                <a:cs typeface="Arial"/>
              </a:defRPr>
            </a:lvl2pPr>
            <a:lvl3pPr algn="l">
              <a:defRPr sz="1125" b="1">
                <a:solidFill>
                  <a:srgbClr val="E56B5D"/>
                </a:solidFill>
                <a:latin typeface="Arial"/>
                <a:ea typeface="Arial"/>
                <a:cs typeface="Arial"/>
              </a:defRPr>
            </a:lvl3pPr>
            <a:lvl4pPr algn="l">
              <a:defRPr sz="1125" b="1">
                <a:solidFill>
                  <a:srgbClr val="E56B5D"/>
                </a:solidFill>
                <a:latin typeface="Arial"/>
                <a:ea typeface="Arial"/>
                <a:cs typeface="Arial"/>
              </a:defRPr>
            </a:lvl4pPr>
            <a:lvl5pPr algn="l">
              <a:defRPr sz="1125" b="1">
                <a:solidFill>
                  <a:srgbClr val="E56B5D"/>
                </a:solidFill>
                <a:latin typeface="Arial"/>
                <a:ea typeface="Arial"/>
                <a:cs typeface="Arial"/>
              </a:defRPr>
            </a:lvl5pPr>
            <a:lvl6pPr algn="l">
              <a:defRPr sz="1125" b="1">
                <a:solidFill>
                  <a:srgbClr val="E56B5D"/>
                </a:solidFill>
                <a:latin typeface="Arial"/>
                <a:ea typeface="Arial"/>
                <a:cs typeface="Arial"/>
              </a:defRPr>
            </a:lvl6pPr>
            <a:lvl7pPr algn="l">
              <a:defRPr sz="1125" b="1">
                <a:solidFill>
                  <a:srgbClr val="E56B5D"/>
                </a:solidFill>
                <a:latin typeface="Arial"/>
                <a:ea typeface="Arial"/>
                <a:cs typeface="Arial"/>
              </a:defRPr>
            </a:lvl7pPr>
            <a:lvl8pPr algn="l">
              <a:defRPr sz="1125" b="1">
                <a:solidFill>
                  <a:srgbClr val="E56B5D"/>
                </a:solidFill>
                <a:latin typeface="Arial"/>
                <a:ea typeface="Arial"/>
                <a:cs typeface="Arial"/>
              </a:defRPr>
            </a:lvl8pPr>
            <a:lvl9pPr algn="l">
              <a:defRPr sz="1125" b="1">
                <a:solidFill>
                  <a:srgbClr val="E56B5D"/>
                </a:solidFill>
                <a:latin typeface="Arial"/>
                <a:ea typeface="Arial"/>
                <a:cs typeface="Arial"/>
              </a:defRPr>
            </a:lvl9pPr>
          </a:lstStyle>
          <a:p xmlns:a="http://schemas.openxmlformats.org/drawingml/2006/main">
            <a:pPr algn="l">
              <a:defRPr sz="1125" b="1">
                <a:solidFill>
                  <a:srgbClr val="E56B5D"/>
                </a:solidFill>
                <a:latin typeface="Arial"/>
                <a:ea typeface="Arial"/>
                <a:cs typeface="Arial"/>
              </a:defRPr>
            </a:pPr>
            <a:r>
              <a:rPr sz="1125" b="1">
                <a:solidFill>
                  <a:srgbClr val="E56B5D"/>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580FA78A-6510-4F0D-A45B-9003F2B26962}"/>
              </a:ext>
            </a:extLst>
          </p:cNvPr>
          <p:cNvSpPr>
            <a:spLocks xmlns:a="http://schemas.openxmlformats.org/drawingml/2006/main" noGrp="1"/>
          </p:cNvSpPr>
          <p:nvPr/>
        </p:nvSpPr>
        <p:spPr>
          <a:xfrm xmlns:a="http://schemas.openxmlformats.org/drawingml/2006/main">
            <a:off x="3448050" y="2876550"/>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11827"/>
                </a:solidFill>
                <a:latin typeface="Arial"/>
                <a:ea typeface="Arial"/>
                <a:cs typeface="Arial"/>
              </a:defRPr>
            </a:defPPr>
            <a:lvl1pPr algn="l">
              <a:defRPr sz="1800" b="1">
                <a:solidFill>
                  <a:srgbClr val="111827"/>
                </a:solidFill>
                <a:latin typeface="Arial"/>
                <a:ea typeface="Arial"/>
                <a:cs typeface="Arial"/>
              </a:defRPr>
            </a:lvl1pPr>
            <a:lvl2pPr algn="l">
              <a:defRPr sz="1800" b="1">
                <a:solidFill>
                  <a:srgbClr val="111827"/>
                </a:solidFill>
                <a:latin typeface="Arial"/>
                <a:ea typeface="Arial"/>
                <a:cs typeface="Arial"/>
              </a:defRPr>
            </a:lvl2pPr>
            <a:lvl3pPr algn="l">
              <a:defRPr sz="1800" b="1">
                <a:solidFill>
                  <a:srgbClr val="111827"/>
                </a:solidFill>
                <a:latin typeface="Arial"/>
                <a:ea typeface="Arial"/>
                <a:cs typeface="Arial"/>
              </a:defRPr>
            </a:lvl3pPr>
            <a:lvl4pPr algn="l">
              <a:defRPr sz="1800" b="1">
                <a:solidFill>
                  <a:srgbClr val="111827"/>
                </a:solidFill>
                <a:latin typeface="Arial"/>
                <a:ea typeface="Arial"/>
                <a:cs typeface="Arial"/>
              </a:defRPr>
            </a:lvl4pPr>
            <a:lvl5pPr algn="l">
              <a:defRPr sz="1800" b="1">
                <a:solidFill>
                  <a:srgbClr val="111827"/>
                </a:solidFill>
                <a:latin typeface="Arial"/>
                <a:ea typeface="Arial"/>
                <a:cs typeface="Arial"/>
              </a:defRPr>
            </a:lvl5pPr>
            <a:lvl6pPr algn="l">
              <a:defRPr sz="1800" b="1">
                <a:solidFill>
                  <a:srgbClr val="111827"/>
                </a:solidFill>
                <a:latin typeface="Arial"/>
                <a:ea typeface="Arial"/>
                <a:cs typeface="Arial"/>
              </a:defRPr>
            </a:lvl6pPr>
            <a:lvl7pPr algn="l">
              <a:defRPr sz="1800" b="1">
                <a:solidFill>
                  <a:srgbClr val="111827"/>
                </a:solidFill>
                <a:latin typeface="Arial"/>
                <a:ea typeface="Arial"/>
                <a:cs typeface="Arial"/>
              </a:defRPr>
            </a:lvl7pPr>
            <a:lvl8pPr algn="l">
              <a:defRPr sz="1800" b="1">
                <a:solidFill>
                  <a:srgbClr val="111827"/>
                </a:solidFill>
                <a:latin typeface="Arial"/>
                <a:ea typeface="Arial"/>
                <a:cs typeface="Arial"/>
              </a:defRPr>
            </a:lvl8pPr>
            <a:lvl9pPr algn="l">
              <a:defRPr sz="1800" b="1">
                <a:solidFill>
                  <a:srgbClr val="111827"/>
                </a:solidFill>
                <a:latin typeface="Arial"/>
                <a:ea typeface="Arial"/>
                <a:cs typeface="Arial"/>
              </a:defRPr>
            </a:lvl9pPr>
          </a:lstStyle>
          <a:p xmlns:a="http://schemas.openxmlformats.org/drawingml/2006/main">
            <a:pPr algn="l">
              <a:defRPr sz="1800" b="1">
                <a:solidFill>
                  <a:srgbClr val="111827"/>
                </a:solidFill>
                <a:latin typeface="Arial"/>
                <a:ea typeface="Arial"/>
                <a:cs typeface="Arial"/>
              </a:defRPr>
            </a:pPr>
            <a:r>
              <a:rPr sz="1800" b="1">
                <a:solidFill>
                  <a:srgbClr val="111827"/>
                </a:solidFill>
                <a:latin typeface="Arial"/>
                <a:ea typeface="Arial"/>
                <a:cs typeface="Arial"/>
              </a:rPr>
              <a:t>BLOCK IN FOCUS</a:t>
            </a:r>
          </a:p>
        </p:txBody>
      </p:sp>
      <p:sp>
        <p:nvSpPr>
          <p:cNvPr id="13" name="">
            <a:extLst xmlns:a="http://schemas.openxmlformats.org/drawingml/2006/main">
              <a:ext uri="{FF2B5EF4-FFF2-40B4-BE49-F238E27FC236}">
                <a16:creationId xmlns:a16="http://schemas.microsoft.com/office/drawing/2014/main" id="{A64F63FB-C4EC-407F-A8C2-9891AA216A3C}"/>
              </a:ext>
            </a:extLst>
          </p:cNvPr>
          <p:cNvSpPr>
            <a:spLocks xmlns:a="http://schemas.openxmlformats.org/drawingml/2006/main" noGrp="1"/>
          </p:cNvSpPr>
          <p:nvPr/>
        </p:nvSpPr>
        <p:spPr>
          <a:xfrm xmlns:a="http://schemas.openxmlformats.org/drawingml/2006/main">
            <a:off x="3448050" y="3514725"/>
            <a:ext cx="23336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11827"/>
                </a:solidFill>
                <a:latin typeface="Arial"/>
                <a:ea typeface="Arial"/>
                <a:cs typeface="Arial"/>
              </a:defRPr>
            </a:defPPr>
            <a:lvl1pPr algn="l">
              <a:defRPr sz="1500" b="0">
                <a:solidFill>
                  <a:srgbClr val="111827"/>
                </a:solidFill>
                <a:latin typeface="Arial"/>
                <a:ea typeface="Arial"/>
                <a:cs typeface="Arial"/>
              </a:defRPr>
            </a:lvl1pPr>
            <a:lvl2pPr algn="l">
              <a:defRPr sz="1500" b="0">
                <a:solidFill>
                  <a:srgbClr val="111827"/>
                </a:solidFill>
                <a:latin typeface="Arial"/>
                <a:ea typeface="Arial"/>
                <a:cs typeface="Arial"/>
              </a:defRPr>
            </a:lvl2pPr>
            <a:lvl3pPr algn="l">
              <a:defRPr sz="1500" b="0">
                <a:solidFill>
                  <a:srgbClr val="111827"/>
                </a:solidFill>
                <a:latin typeface="Arial"/>
                <a:ea typeface="Arial"/>
                <a:cs typeface="Arial"/>
              </a:defRPr>
            </a:lvl3pPr>
            <a:lvl4pPr algn="l">
              <a:defRPr sz="1500" b="0">
                <a:solidFill>
                  <a:srgbClr val="111827"/>
                </a:solidFill>
                <a:latin typeface="Arial"/>
                <a:ea typeface="Arial"/>
                <a:cs typeface="Arial"/>
              </a:defRPr>
            </a:lvl4pPr>
            <a:lvl5pPr algn="l">
              <a:defRPr sz="1500" b="0">
                <a:solidFill>
                  <a:srgbClr val="111827"/>
                </a:solidFill>
                <a:latin typeface="Arial"/>
                <a:ea typeface="Arial"/>
                <a:cs typeface="Arial"/>
              </a:defRPr>
            </a:lvl5pPr>
            <a:lvl6pPr algn="l">
              <a:defRPr sz="1500" b="0">
                <a:solidFill>
                  <a:srgbClr val="111827"/>
                </a:solidFill>
                <a:latin typeface="Arial"/>
                <a:ea typeface="Arial"/>
                <a:cs typeface="Arial"/>
              </a:defRPr>
            </a:lvl6pPr>
            <a:lvl7pPr algn="l">
              <a:defRPr sz="1500" b="0">
                <a:solidFill>
                  <a:srgbClr val="111827"/>
                </a:solidFill>
                <a:latin typeface="Arial"/>
                <a:ea typeface="Arial"/>
                <a:cs typeface="Arial"/>
              </a:defRPr>
            </a:lvl7pPr>
            <a:lvl8pPr algn="l">
              <a:defRPr sz="1500" b="0">
                <a:solidFill>
                  <a:srgbClr val="111827"/>
                </a:solidFill>
                <a:latin typeface="Arial"/>
                <a:ea typeface="Arial"/>
                <a:cs typeface="Arial"/>
              </a:defRPr>
            </a:lvl8pPr>
            <a:lvl9pPr algn="l">
              <a:defRPr sz="1500" b="0">
                <a:solidFill>
                  <a:srgbClr val="111827"/>
                </a:solidFill>
                <a:latin typeface="Arial"/>
                <a:ea typeface="Arial"/>
                <a:cs typeface="Arial"/>
              </a:defRPr>
            </a:lvl9pPr>
          </a:lstStyle>
          <a:p xmlns:a="http://schemas.openxmlformats.org/drawingml/2006/main">
            <a:pPr algn="l">
              <a:lnSpc>
                <a:spcPct val="110000"/>
              </a:lnSpc>
              <a:buNone/>
              <a:defRPr sz="1500" b="0">
                <a:solidFill>
                  <a:srgbClr val="111827"/>
                </a:solidFill>
                <a:latin typeface="Arial"/>
                <a:ea typeface="Arial"/>
                <a:cs typeface="Arial"/>
              </a:defRPr>
            </a:pPr>
            <a:r>
              <a:rPr sz="1500" b="0">
                <a:solidFill>
                  <a:srgbClr val="111827"/>
                </a:solidFill>
                <a:latin typeface="Arial"/>
                <a:ea typeface="Arial"/>
                <a:cs typeface="Arial"/>
              </a:rPr>
              <a:t>Hold alerts during focus.</a:t>
            </a:r>
          </a:p>
        </p:txBody>
      </p:sp>
      <p:sp>
        <p:nvSpPr>
          <p:cNvPr id="14" name="">
            <a:extLst xmlns:a="http://schemas.openxmlformats.org/drawingml/2006/main">
              <a:ext uri="{FF2B5EF4-FFF2-40B4-BE49-F238E27FC236}">
                <a16:creationId xmlns:a16="http://schemas.microsoft.com/office/drawing/2014/main" id="{4576F49C-E726-42E2-9737-6AAEC710F7F8}"/>
              </a:ext>
            </a:extLst>
          </p:cNvPr>
          <p:cNvSpPr>
            <a:spLocks xmlns:a="http://schemas.openxmlformats.org/drawingml/2006/main" noGrp="1"/>
          </p:cNvSpPr>
          <p:nvPr/>
        </p:nvSpPr>
        <p:spPr>
          <a:xfrm xmlns:a="http://schemas.openxmlformats.org/drawingml/2006/main">
            <a:off x="3448050" y="4552950"/>
            <a:ext cx="2333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26174"/>
                </a:solidFill>
                <a:latin typeface="Arial"/>
                <a:ea typeface="Arial"/>
                <a:cs typeface="Arial"/>
              </a:defRPr>
            </a:defPPr>
            <a:lvl1pPr algn="l">
              <a:defRPr sz="1275" b="0">
                <a:solidFill>
                  <a:srgbClr val="526174"/>
                </a:solidFill>
                <a:latin typeface="Arial"/>
                <a:ea typeface="Arial"/>
                <a:cs typeface="Arial"/>
              </a:defRPr>
            </a:lvl1pPr>
            <a:lvl2pPr algn="l">
              <a:defRPr sz="1275" b="0">
                <a:solidFill>
                  <a:srgbClr val="526174"/>
                </a:solidFill>
                <a:latin typeface="Arial"/>
                <a:ea typeface="Arial"/>
                <a:cs typeface="Arial"/>
              </a:defRPr>
            </a:lvl2pPr>
            <a:lvl3pPr algn="l">
              <a:defRPr sz="1275" b="0">
                <a:solidFill>
                  <a:srgbClr val="526174"/>
                </a:solidFill>
                <a:latin typeface="Arial"/>
                <a:ea typeface="Arial"/>
                <a:cs typeface="Arial"/>
              </a:defRPr>
            </a:lvl3pPr>
            <a:lvl4pPr algn="l">
              <a:defRPr sz="1275" b="0">
                <a:solidFill>
                  <a:srgbClr val="526174"/>
                </a:solidFill>
                <a:latin typeface="Arial"/>
                <a:ea typeface="Arial"/>
                <a:cs typeface="Arial"/>
              </a:defRPr>
            </a:lvl4pPr>
            <a:lvl5pPr algn="l">
              <a:defRPr sz="1275" b="0">
                <a:solidFill>
                  <a:srgbClr val="526174"/>
                </a:solidFill>
                <a:latin typeface="Arial"/>
                <a:ea typeface="Arial"/>
                <a:cs typeface="Arial"/>
              </a:defRPr>
            </a:lvl5pPr>
            <a:lvl6pPr algn="l">
              <a:defRPr sz="1275" b="0">
                <a:solidFill>
                  <a:srgbClr val="526174"/>
                </a:solidFill>
                <a:latin typeface="Arial"/>
                <a:ea typeface="Arial"/>
                <a:cs typeface="Arial"/>
              </a:defRPr>
            </a:lvl6pPr>
            <a:lvl7pPr algn="l">
              <a:defRPr sz="1275" b="0">
                <a:solidFill>
                  <a:srgbClr val="526174"/>
                </a:solidFill>
                <a:latin typeface="Arial"/>
                <a:ea typeface="Arial"/>
                <a:cs typeface="Arial"/>
              </a:defRPr>
            </a:lvl7pPr>
            <a:lvl8pPr algn="l">
              <a:defRPr sz="1275" b="0">
                <a:solidFill>
                  <a:srgbClr val="526174"/>
                </a:solidFill>
                <a:latin typeface="Arial"/>
                <a:ea typeface="Arial"/>
                <a:cs typeface="Arial"/>
              </a:defRPr>
            </a:lvl8pPr>
            <a:lvl9pPr algn="l">
              <a:defRPr sz="1275" b="0">
                <a:solidFill>
                  <a:srgbClr val="526174"/>
                </a:solidFill>
                <a:latin typeface="Arial"/>
                <a:ea typeface="Arial"/>
                <a:cs typeface="Arial"/>
              </a:defRPr>
            </a:lvl9pPr>
          </a:lstStyle>
          <a:p xmlns:a="http://schemas.openxmlformats.org/drawingml/2006/main">
            <a:pPr algn="l">
              <a:lnSpc>
                <a:spcPct val="115000"/>
              </a:lnSpc>
              <a:buNone/>
              <a:defRPr sz="1275" b="0">
                <a:solidFill>
                  <a:srgbClr val="526174"/>
                </a:solidFill>
                <a:latin typeface="Arial"/>
                <a:ea typeface="Arial"/>
                <a:cs typeface="Arial"/>
              </a:defRPr>
            </a:pPr>
            <a:r>
              <a:rPr sz="1275" b="0">
                <a:solidFill>
                  <a:srgbClr val="526174"/>
                </a:solidFill>
                <a:latin typeface="Arial"/>
                <a:ea typeface="Arial"/>
                <a:cs typeface="Arial"/>
              </a:rPr>
              <a:t>Use for: apps you prefer to check at a break.</a:t>
            </a:r>
          </a:p>
        </p:txBody>
      </p:sp>
      <p:sp>
        <p:nvSpPr>
          <p:cNvPr id="15" name="">
            <a:extLst xmlns:a="http://schemas.openxmlformats.org/drawingml/2006/main">
              <a:ext uri="{FF2B5EF4-FFF2-40B4-BE49-F238E27FC236}">
                <a16:creationId xmlns:a16="http://schemas.microsoft.com/office/drawing/2014/main" id="{D009BB56-B618-4226-AFA8-55F7EBF66CE8}"/>
              </a:ext>
            </a:extLst>
          </p:cNvPr>
          <p:cNvSpPr>
            <a:spLocks xmlns:a="http://schemas.openxmlformats.org/drawingml/2006/main" noGrp="1"/>
          </p:cNvSpPr>
          <p:nvPr/>
        </p:nvSpPr>
        <p:spPr>
          <a:xfrm xmlns:a="http://schemas.openxmlformats.org/drawingml/2006/main">
            <a:off x="6210300" y="2266950"/>
            <a:ext cx="2343150" cy="47625"/>
          </a:xfrm>
          <a:prstGeom xmlns:a="http://schemas.openxmlformats.org/drawingml/2006/main" prst="rect">
            <a:avLst/>
          </a:prstGeom>
          <a:solidFill xmlns:a="http://schemas.openxmlformats.org/drawingml/2006/main">
            <a:srgbClr val="E6A23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5B3F9AF-5D08-4CF5-AB8C-4B8BF78EACB5}"/>
              </a:ext>
            </a:extLst>
          </p:cNvPr>
          <p:cNvSpPr>
            <a:spLocks xmlns:a="http://schemas.openxmlformats.org/drawingml/2006/main" noGrp="1"/>
          </p:cNvSpPr>
          <p:nvPr/>
        </p:nvSpPr>
        <p:spPr>
          <a:xfrm xmlns:a="http://schemas.openxmlformats.org/drawingml/2006/main">
            <a:off x="6210300" y="24765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E6A23C"/>
                </a:solidFill>
                <a:latin typeface="Arial"/>
                <a:ea typeface="Arial"/>
                <a:cs typeface="Arial"/>
              </a:defRPr>
            </a:defPPr>
            <a:lvl1pPr algn="l">
              <a:defRPr sz="1125" b="1">
                <a:solidFill>
                  <a:srgbClr val="E6A23C"/>
                </a:solidFill>
                <a:latin typeface="Arial"/>
                <a:ea typeface="Arial"/>
                <a:cs typeface="Arial"/>
              </a:defRPr>
            </a:lvl1pPr>
            <a:lvl2pPr algn="l">
              <a:defRPr sz="1125" b="1">
                <a:solidFill>
                  <a:srgbClr val="E6A23C"/>
                </a:solidFill>
                <a:latin typeface="Arial"/>
                <a:ea typeface="Arial"/>
                <a:cs typeface="Arial"/>
              </a:defRPr>
            </a:lvl2pPr>
            <a:lvl3pPr algn="l">
              <a:defRPr sz="1125" b="1">
                <a:solidFill>
                  <a:srgbClr val="E6A23C"/>
                </a:solidFill>
                <a:latin typeface="Arial"/>
                <a:ea typeface="Arial"/>
                <a:cs typeface="Arial"/>
              </a:defRPr>
            </a:lvl3pPr>
            <a:lvl4pPr algn="l">
              <a:defRPr sz="1125" b="1">
                <a:solidFill>
                  <a:srgbClr val="E6A23C"/>
                </a:solidFill>
                <a:latin typeface="Arial"/>
                <a:ea typeface="Arial"/>
                <a:cs typeface="Arial"/>
              </a:defRPr>
            </a:lvl4pPr>
            <a:lvl5pPr algn="l">
              <a:defRPr sz="1125" b="1">
                <a:solidFill>
                  <a:srgbClr val="E6A23C"/>
                </a:solidFill>
                <a:latin typeface="Arial"/>
                <a:ea typeface="Arial"/>
                <a:cs typeface="Arial"/>
              </a:defRPr>
            </a:lvl5pPr>
            <a:lvl6pPr algn="l">
              <a:defRPr sz="1125" b="1">
                <a:solidFill>
                  <a:srgbClr val="E6A23C"/>
                </a:solidFill>
                <a:latin typeface="Arial"/>
                <a:ea typeface="Arial"/>
                <a:cs typeface="Arial"/>
              </a:defRPr>
            </a:lvl6pPr>
            <a:lvl7pPr algn="l">
              <a:defRPr sz="1125" b="1">
                <a:solidFill>
                  <a:srgbClr val="E6A23C"/>
                </a:solidFill>
                <a:latin typeface="Arial"/>
                <a:ea typeface="Arial"/>
                <a:cs typeface="Arial"/>
              </a:defRPr>
            </a:lvl7pPr>
            <a:lvl8pPr algn="l">
              <a:defRPr sz="1125" b="1">
                <a:solidFill>
                  <a:srgbClr val="E6A23C"/>
                </a:solidFill>
                <a:latin typeface="Arial"/>
                <a:ea typeface="Arial"/>
                <a:cs typeface="Arial"/>
              </a:defRPr>
            </a:lvl8pPr>
            <a:lvl9pPr algn="l">
              <a:defRPr sz="1125" b="1">
                <a:solidFill>
                  <a:srgbClr val="E6A23C"/>
                </a:solidFill>
                <a:latin typeface="Arial"/>
                <a:ea typeface="Arial"/>
                <a:cs typeface="Arial"/>
              </a:defRPr>
            </a:lvl9pPr>
          </a:lstStyle>
          <a:p xmlns:a="http://schemas.openxmlformats.org/drawingml/2006/main">
            <a:pPr algn="l">
              <a:defRPr sz="1125" b="1">
                <a:solidFill>
                  <a:srgbClr val="E6A23C"/>
                </a:solidFill>
                <a:latin typeface="Arial"/>
                <a:ea typeface="Arial"/>
                <a:cs typeface="Arial"/>
              </a:defRPr>
            </a:pPr>
            <a:r>
              <a:rPr sz="1125" b="1">
                <a:solidFill>
                  <a:srgbClr val="E6A23C"/>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E3495D78-0B98-425C-B4A3-62E6B5A1E874}"/>
              </a:ext>
            </a:extLst>
          </p:cNvPr>
          <p:cNvSpPr>
            <a:spLocks xmlns:a="http://schemas.openxmlformats.org/drawingml/2006/main" noGrp="1"/>
          </p:cNvSpPr>
          <p:nvPr/>
        </p:nvSpPr>
        <p:spPr>
          <a:xfrm xmlns:a="http://schemas.openxmlformats.org/drawingml/2006/main">
            <a:off x="6210300" y="2876550"/>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11827"/>
                </a:solidFill>
                <a:latin typeface="Arial"/>
                <a:ea typeface="Arial"/>
                <a:cs typeface="Arial"/>
              </a:defRPr>
            </a:defPPr>
            <a:lvl1pPr algn="l">
              <a:defRPr sz="1800" b="1">
                <a:solidFill>
                  <a:srgbClr val="111827"/>
                </a:solidFill>
                <a:latin typeface="Arial"/>
                <a:ea typeface="Arial"/>
                <a:cs typeface="Arial"/>
              </a:defRPr>
            </a:lvl1pPr>
            <a:lvl2pPr algn="l">
              <a:defRPr sz="1800" b="1">
                <a:solidFill>
                  <a:srgbClr val="111827"/>
                </a:solidFill>
                <a:latin typeface="Arial"/>
                <a:ea typeface="Arial"/>
                <a:cs typeface="Arial"/>
              </a:defRPr>
            </a:lvl2pPr>
            <a:lvl3pPr algn="l">
              <a:defRPr sz="1800" b="1">
                <a:solidFill>
                  <a:srgbClr val="111827"/>
                </a:solidFill>
                <a:latin typeface="Arial"/>
                <a:ea typeface="Arial"/>
                <a:cs typeface="Arial"/>
              </a:defRPr>
            </a:lvl3pPr>
            <a:lvl4pPr algn="l">
              <a:defRPr sz="1800" b="1">
                <a:solidFill>
                  <a:srgbClr val="111827"/>
                </a:solidFill>
                <a:latin typeface="Arial"/>
                <a:ea typeface="Arial"/>
                <a:cs typeface="Arial"/>
              </a:defRPr>
            </a:lvl4pPr>
            <a:lvl5pPr algn="l">
              <a:defRPr sz="1800" b="1">
                <a:solidFill>
                  <a:srgbClr val="111827"/>
                </a:solidFill>
                <a:latin typeface="Arial"/>
                <a:ea typeface="Arial"/>
                <a:cs typeface="Arial"/>
              </a:defRPr>
            </a:lvl5pPr>
            <a:lvl6pPr algn="l">
              <a:defRPr sz="1800" b="1">
                <a:solidFill>
                  <a:srgbClr val="111827"/>
                </a:solidFill>
                <a:latin typeface="Arial"/>
                <a:ea typeface="Arial"/>
                <a:cs typeface="Arial"/>
              </a:defRPr>
            </a:lvl6pPr>
            <a:lvl7pPr algn="l">
              <a:defRPr sz="1800" b="1">
                <a:solidFill>
                  <a:srgbClr val="111827"/>
                </a:solidFill>
                <a:latin typeface="Arial"/>
                <a:ea typeface="Arial"/>
                <a:cs typeface="Arial"/>
              </a:defRPr>
            </a:lvl7pPr>
            <a:lvl8pPr algn="l">
              <a:defRPr sz="1800" b="1">
                <a:solidFill>
                  <a:srgbClr val="111827"/>
                </a:solidFill>
                <a:latin typeface="Arial"/>
                <a:ea typeface="Arial"/>
                <a:cs typeface="Arial"/>
              </a:defRPr>
            </a:lvl8pPr>
            <a:lvl9pPr algn="l">
              <a:defRPr sz="1800" b="1">
                <a:solidFill>
                  <a:srgbClr val="111827"/>
                </a:solidFill>
                <a:latin typeface="Arial"/>
                <a:ea typeface="Arial"/>
                <a:cs typeface="Arial"/>
              </a:defRPr>
            </a:lvl9pPr>
          </a:lstStyle>
          <a:p xmlns:a="http://schemas.openxmlformats.org/drawingml/2006/main">
            <a:pPr algn="l">
              <a:defRPr sz="1800" b="1">
                <a:solidFill>
                  <a:srgbClr val="111827"/>
                </a:solidFill>
                <a:latin typeface="Arial"/>
                <a:ea typeface="Arial"/>
                <a:cs typeface="Arial"/>
              </a:defRPr>
            </a:pPr>
            <a:r>
              <a:rPr sz="1800" b="1">
                <a:solidFill>
                  <a:srgbClr val="111827"/>
                </a:solidFill>
                <a:latin typeface="Arial"/>
                <a:ea typeface="Arial"/>
                <a:cs typeface="Arial"/>
              </a:rPr>
              <a:t>SMART ESTIMATE</a:t>
            </a:r>
          </a:p>
        </p:txBody>
      </p:sp>
      <p:sp>
        <p:nvSpPr>
          <p:cNvPr id="18" name="">
            <a:extLst xmlns:a="http://schemas.openxmlformats.org/drawingml/2006/main">
              <a:ext uri="{FF2B5EF4-FFF2-40B4-BE49-F238E27FC236}">
                <a16:creationId xmlns:a16="http://schemas.microsoft.com/office/drawing/2014/main" id="{DBB8BA26-F6FF-4EA7-8BFB-44BEF3DD5C04}"/>
              </a:ext>
            </a:extLst>
          </p:cNvPr>
          <p:cNvSpPr>
            <a:spLocks xmlns:a="http://schemas.openxmlformats.org/drawingml/2006/main" noGrp="1"/>
          </p:cNvSpPr>
          <p:nvPr/>
        </p:nvSpPr>
        <p:spPr>
          <a:xfrm xmlns:a="http://schemas.openxmlformats.org/drawingml/2006/main">
            <a:off x="6210300" y="3514725"/>
            <a:ext cx="23336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11827"/>
                </a:solidFill>
                <a:latin typeface="Arial"/>
                <a:ea typeface="Arial"/>
                <a:cs typeface="Arial"/>
              </a:defRPr>
            </a:defPPr>
            <a:lvl1pPr algn="l">
              <a:defRPr sz="1500" b="0">
                <a:solidFill>
                  <a:srgbClr val="111827"/>
                </a:solidFill>
                <a:latin typeface="Arial"/>
                <a:ea typeface="Arial"/>
                <a:cs typeface="Arial"/>
              </a:defRPr>
            </a:lvl1pPr>
            <a:lvl2pPr algn="l">
              <a:defRPr sz="1500" b="0">
                <a:solidFill>
                  <a:srgbClr val="111827"/>
                </a:solidFill>
                <a:latin typeface="Arial"/>
                <a:ea typeface="Arial"/>
                <a:cs typeface="Arial"/>
              </a:defRPr>
            </a:lvl2pPr>
            <a:lvl3pPr algn="l">
              <a:defRPr sz="1500" b="0">
                <a:solidFill>
                  <a:srgbClr val="111827"/>
                </a:solidFill>
                <a:latin typeface="Arial"/>
                <a:ea typeface="Arial"/>
                <a:cs typeface="Arial"/>
              </a:defRPr>
            </a:lvl3pPr>
            <a:lvl4pPr algn="l">
              <a:defRPr sz="1500" b="0">
                <a:solidFill>
                  <a:srgbClr val="111827"/>
                </a:solidFill>
                <a:latin typeface="Arial"/>
                <a:ea typeface="Arial"/>
                <a:cs typeface="Arial"/>
              </a:defRPr>
            </a:lvl4pPr>
            <a:lvl5pPr algn="l">
              <a:defRPr sz="1500" b="0">
                <a:solidFill>
                  <a:srgbClr val="111827"/>
                </a:solidFill>
                <a:latin typeface="Arial"/>
                <a:ea typeface="Arial"/>
                <a:cs typeface="Arial"/>
              </a:defRPr>
            </a:lvl5pPr>
            <a:lvl6pPr algn="l">
              <a:defRPr sz="1500" b="0">
                <a:solidFill>
                  <a:srgbClr val="111827"/>
                </a:solidFill>
                <a:latin typeface="Arial"/>
                <a:ea typeface="Arial"/>
                <a:cs typeface="Arial"/>
              </a:defRPr>
            </a:lvl6pPr>
            <a:lvl7pPr algn="l">
              <a:defRPr sz="1500" b="0">
                <a:solidFill>
                  <a:srgbClr val="111827"/>
                </a:solidFill>
                <a:latin typeface="Arial"/>
                <a:ea typeface="Arial"/>
                <a:cs typeface="Arial"/>
              </a:defRPr>
            </a:lvl7pPr>
            <a:lvl8pPr algn="l">
              <a:defRPr sz="1500" b="0">
                <a:solidFill>
                  <a:srgbClr val="111827"/>
                </a:solidFill>
                <a:latin typeface="Arial"/>
                <a:ea typeface="Arial"/>
                <a:cs typeface="Arial"/>
              </a:defRPr>
            </a:lvl8pPr>
            <a:lvl9pPr algn="l">
              <a:defRPr sz="1500" b="0">
                <a:solidFill>
                  <a:srgbClr val="111827"/>
                </a:solidFill>
                <a:latin typeface="Arial"/>
                <a:ea typeface="Arial"/>
                <a:cs typeface="Arial"/>
              </a:defRPr>
            </a:lvl9pPr>
          </a:lstStyle>
          <a:p xmlns:a="http://schemas.openxmlformats.org/drawingml/2006/main">
            <a:pPr algn="l">
              <a:lnSpc>
                <a:spcPct val="110000"/>
              </a:lnSpc>
              <a:buNone/>
              <a:defRPr sz="1500" b="0">
                <a:solidFill>
                  <a:srgbClr val="111827"/>
                </a:solidFill>
                <a:latin typeface="Arial"/>
                <a:ea typeface="Arial"/>
                <a:cs typeface="Arial"/>
              </a:defRPr>
            </a:pPr>
            <a:r>
              <a:rPr sz="1500" b="0">
                <a:solidFill>
                  <a:srgbClr val="111827"/>
                </a:solidFill>
                <a:latin typeface="Arial"/>
                <a:ea typeface="Arial"/>
                <a:cs typeface="Arial"/>
              </a:rPr>
              <a:t>Use an estimate to allow or defer.</a:t>
            </a:r>
          </a:p>
        </p:txBody>
      </p:sp>
      <p:sp>
        <p:nvSpPr>
          <p:cNvPr id="19" name="">
            <a:extLst xmlns:a="http://schemas.openxmlformats.org/drawingml/2006/main">
              <a:ext uri="{FF2B5EF4-FFF2-40B4-BE49-F238E27FC236}">
                <a16:creationId xmlns:a16="http://schemas.microsoft.com/office/drawing/2014/main" id="{B377D5DE-0249-486D-BDCD-7BA1691BA064}"/>
              </a:ext>
            </a:extLst>
          </p:cNvPr>
          <p:cNvSpPr>
            <a:spLocks xmlns:a="http://schemas.openxmlformats.org/drawingml/2006/main" noGrp="1"/>
          </p:cNvSpPr>
          <p:nvPr/>
        </p:nvSpPr>
        <p:spPr>
          <a:xfrm xmlns:a="http://schemas.openxmlformats.org/drawingml/2006/main">
            <a:off x="6210300" y="4552950"/>
            <a:ext cx="2333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26174"/>
                </a:solidFill>
                <a:latin typeface="Arial"/>
                <a:ea typeface="Arial"/>
                <a:cs typeface="Arial"/>
              </a:defRPr>
            </a:defPPr>
            <a:lvl1pPr algn="l">
              <a:defRPr sz="1275" b="0">
                <a:solidFill>
                  <a:srgbClr val="526174"/>
                </a:solidFill>
                <a:latin typeface="Arial"/>
                <a:ea typeface="Arial"/>
                <a:cs typeface="Arial"/>
              </a:defRPr>
            </a:lvl1pPr>
            <a:lvl2pPr algn="l">
              <a:defRPr sz="1275" b="0">
                <a:solidFill>
                  <a:srgbClr val="526174"/>
                </a:solidFill>
                <a:latin typeface="Arial"/>
                <a:ea typeface="Arial"/>
                <a:cs typeface="Arial"/>
              </a:defRPr>
            </a:lvl2pPr>
            <a:lvl3pPr algn="l">
              <a:defRPr sz="1275" b="0">
                <a:solidFill>
                  <a:srgbClr val="526174"/>
                </a:solidFill>
                <a:latin typeface="Arial"/>
                <a:ea typeface="Arial"/>
                <a:cs typeface="Arial"/>
              </a:defRPr>
            </a:lvl3pPr>
            <a:lvl4pPr algn="l">
              <a:defRPr sz="1275" b="0">
                <a:solidFill>
                  <a:srgbClr val="526174"/>
                </a:solidFill>
                <a:latin typeface="Arial"/>
                <a:ea typeface="Arial"/>
                <a:cs typeface="Arial"/>
              </a:defRPr>
            </a:lvl4pPr>
            <a:lvl5pPr algn="l">
              <a:defRPr sz="1275" b="0">
                <a:solidFill>
                  <a:srgbClr val="526174"/>
                </a:solidFill>
                <a:latin typeface="Arial"/>
                <a:ea typeface="Arial"/>
                <a:cs typeface="Arial"/>
              </a:defRPr>
            </a:lvl5pPr>
            <a:lvl6pPr algn="l">
              <a:defRPr sz="1275" b="0">
                <a:solidFill>
                  <a:srgbClr val="526174"/>
                </a:solidFill>
                <a:latin typeface="Arial"/>
                <a:ea typeface="Arial"/>
                <a:cs typeface="Arial"/>
              </a:defRPr>
            </a:lvl6pPr>
            <a:lvl7pPr algn="l">
              <a:defRPr sz="1275" b="0">
                <a:solidFill>
                  <a:srgbClr val="526174"/>
                </a:solidFill>
                <a:latin typeface="Arial"/>
                <a:ea typeface="Arial"/>
                <a:cs typeface="Arial"/>
              </a:defRPr>
            </a:lvl7pPr>
            <a:lvl8pPr algn="l">
              <a:defRPr sz="1275" b="0">
                <a:solidFill>
                  <a:srgbClr val="526174"/>
                </a:solidFill>
                <a:latin typeface="Arial"/>
                <a:ea typeface="Arial"/>
                <a:cs typeface="Arial"/>
              </a:defRPr>
            </a:lvl8pPr>
            <a:lvl9pPr algn="l">
              <a:defRPr sz="1275" b="0">
                <a:solidFill>
                  <a:srgbClr val="526174"/>
                </a:solidFill>
                <a:latin typeface="Arial"/>
                <a:ea typeface="Arial"/>
                <a:cs typeface="Arial"/>
              </a:defRPr>
            </a:lvl9pPr>
          </a:lstStyle>
          <a:p xmlns:a="http://schemas.openxmlformats.org/drawingml/2006/main">
            <a:pPr algn="l">
              <a:lnSpc>
                <a:spcPct val="115000"/>
              </a:lnSpc>
              <a:buNone/>
              <a:defRPr sz="1275" b="0">
                <a:solidFill>
                  <a:srgbClr val="526174"/>
                </a:solidFill>
                <a:latin typeface="Arial"/>
                <a:ea typeface="Arial"/>
                <a:cs typeface="Arial"/>
              </a:defRPr>
            </a:pPr>
            <a:r>
              <a:rPr sz="1275" b="0">
                <a:solidFill>
                  <a:srgbClr val="526174"/>
                </a:solidFill>
                <a:latin typeface="Arial"/>
                <a:ea typeface="Arial"/>
                <a:cs typeface="Arial"/>
              </a:rPr>
              <a:t>Use for: a guided choice when you are unsure.</a:t>
            </a:r>
          </a:p>
        </p:txBody>
      </p:sp>
      <p:sp>
        <p:nvSpPr>
          <p:cNvPr id="20" name="">
            <a:extLst xmlns:a="http://schemas.openxmlformats.org/drawingml/2006/main">
              <a:ext uri="{FF2B5EF4-FFF2-40B4-BE49-F238E27FC236}">
                <a16:creationId xmlns:a16="http://schemas.microsoft.com/office/drawing/2014/main" id="{E812679A-28D4-4925-BADB-3E747C7150EB}"/>
              </a:ext>
            </a:extLst>
          </p:cNvPr>
          <p:cNvSpPr>
            <a:spLocks xmlns:a="http://schemas.openxmlformats.org/drawingml/2006/main" noGrp="1"/>
          </p:cNvSpPr>
          <p:nvPr/>
        </p:nvSpPr>
        <p:spPr>
          <a:xfrm xmlns:a="http://schemas.openxmlformats.org/drawingml/2006/main">
            <a:off x="8972550" y="2266950"/>
            <a:ext cx="2343150" cy="47625"/>
          </a:xfrm>
          <a:prstGeom xmlns:a="http://schemas.openxmlformats.org/drawingml/2006/main" prst="rect">
            <a:avLst/>
          </a:prstGeom>
          <a:solidFill xmlns:a="http://schemas.openxmlformats.org/drawingml/2006/main">
            <a:srgbClr val="27C3D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4650D9A-171A-4FD8-8D98-5F9393650C5A}"/>
              </a:ext>
            </a:extLst>
          </p:cNvPr>
          <p:cNvSpPr>
            <a:spLocks xmlns:a="http://schemas.openxmlformats.org/drawingml/2006/main" noGrp="1"/>
          </p:cNvSpPr>
          <p:nvPr/>
        </p:nvSpPr>
        <p:spPr>
          <a:xfrm xmlns:a="http://schemas.openxmlformats.org/drawingml/2006/main">
            <a:off x="8972550" y="24765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7C3D3"/>
                </a:solidFill>
                <a:latin typeface="Arial"/>
                <a:ea typeface="Arial"/>
                <a:cs typeface="Arial"/>
              </a:defRPr>
            </a:defPPr>
            <a:lvl1pPr algn="l">
              <a:defRPr sz="1125" b="1">
                <a:solidFill>
                  <a:srgbClr val="27C3D3"/>
                </a:solidFill>
                <a:latin typeface="Arial"/>
                <a:ea typeface="Arial"/>
                <a:cs typeface="Arial"/>
              </a:defRPr>
            </a:lvl1pPr>
            <a:lvl2pPr algn="l">
              <a:defRPr sz="1125" b="1">
                <a:solidFill>
                  <a:srgbClr val="27C3D3"/>
                </a:solidFill>
                <a:latin typeface="Arial"/>
                <a:ea typeface="Arial"/>
                <a:cs typeface="Arial"/>
              </a:defRPr>
            </a:lvl2pPr>
            <a:lvl3pPr algn="l">
              <a:defRPr sz="1125" b="1">
                <a:solidFill>
                  <a:srgbClr val="27C3D3"/>
                </a:solidFill>
                <a:latin typeface="Arial"/>
                <a:ea typeface="Arial"/>
                <a:cs typeface="Arial"/>
              </a:defRPr>
            </a:lvl3pPr>
            <a:lvl4pPr algn="l">
              <a:defRPr sz="1125" b="1">
                <a:solidFill>
                  <a:srgbClr val="27C3D3"/>
                </a:solidFill>
                <a:latin typeface="Arial"/>
                <a:ea typeface="Arial"/>
                <a:cs typeface="Arial"/>
              </a:defRPr>
            </a:lvl4pPr>
            <a:lvl5pPr algn="l">
              <a:defRPr sz="1125" b="1">
                <a:solidFill>
                  <a:srgbClr val="27C3D3"/>
                </a:solidFill>
                <a:latin typeface="Arial"/>
                <a:ea typeface="Arial"/>
                <a:cs typeface="Arial"/>
              </a:defRPr>
            </a:lvl5pPr>
            <a:lvl6pPr algn="l">
              <a:defRPr sz="1125" b="1">
                <a:solidFill>
                  <a:srgbClr val="27C3D3"/>
                </a:solidFill>
                <a:latin typeface="Arial"/>
                <a:ea typeface="Arial"/>
                <a:cs typeface="Arial"/>
              </a:defRPr>
            </a:lvl6pPr>
            <a:lvl7pPr algn="l">
              <a:defRPr sz="1125" b="1">
                <a:solidFill>
                  <a:srgbClr val="27C3D3"/>
                </a:solidFill>
                <a:latin typeface="Arial"/>
                <a:ea typeface="Arial"/>
                <a:cs typeface="Arial"/>
              </a:defRPr>
            </a:lvl7pPr>
            <a:lvl8pPr algn="l">
              <a:defRPr sz="1125" b="1">
                <a:solidFill>
                  <a:srgbClr val="27C3D3"/>
                </a:solidFill>
                <a:latin typeface="Arial"/>
                <a:ea typeface="Arial"/>
                <a:cs typeface="Arial"/>
              </a:defRPr>
            </a:lvl8pPr>
            <a:lvl9pPr algn="l">
              <a:defRPr sz="1125" b="1">
                <a:solidFill>
                  <a:srgbClr val="27C3D3"/>
                </a:solidFill>
                <a:latin typeface="Arial"/>
                <a:ea typeface="Arial"/>
                <a:cs typeface="Arial"/>
              </a:defRPr>
            </a:lvl9pPr>
          </a:lstStyle>
          <a:p xmlns:a="http://schemas.openxmlformats.org/drawingml/2006/main">
            <a:pPr algn="l">
              <a:defRPr sz="1125" b="1">
                <a:solidFill>
                  <a:srgbClr val="27C3D3"/>
                </a:solidFill>
                <a:latin typeface="Arial"/>
                <a:ea typeface="Arial"/>
                <a:cs typeface="Arial"/>
              </a:defRPr>
            </a:pPr>
            <a:r>
              <a:rPr sz="1125" b="1">
                <a:solidFill>
                  <a:srgbClr val="27C3D3"/>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ED0C36B2-F93A-4A1F-8130-386EF65EDD48}"/>
              </a:ext>
            </a:extLst>
          </p:cNvPr>
          <p:cNvSpPr>
            <a:spLocks xmlns:a="http://schemas.openxmlformats.org/drawingml/2006/main" noGrp="1"/>
          </p:cNvSpPr>
          <p:nvPr/>
        </p:nvSpPr>
        <p:spPr>
          <a:xfrm xmlns:a="http://schemas.openxmlformats.org/drawingml/2006/main">
            <a:off x="8972550" y="2876550"/>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11827"/>
                </a:solidFill>
                <a:latin typeface="Arial"/>
                <a:ea typeface="Arial"/>
                <a:cs typeface="Arial"/>
              </a:defRPr>
            </a:defPPr>
            <a:lvl1pPr algn="l">
              <a:defRPr sz="1800" b="1">
                <a:solidFill>
                  <a:srgbClr val="111827"/>
                </a:solidFill>
                <a:latin typeface="Arial"/>
                <a:ea typeface="Arial"/>
                <a:cs typeface="Arial"/>
              </a:defRPr>
            </a:lvl1pPr>
            <a:lvl2pPr algn="l">
              <a:defRPr sz="1800" b="1">
                <a:solidFill>
                  <a:srgbClr val="111827"/>
                </a:solidFill>
                <a:latin typeface="Arial"/>
                <a:ea typeface="Arial"/>
                <a:cs typeface="Arial"/>
              </a:defRPr>
            </a:lvl2pPr>
            <a:lvl3pPr algn="l">
              <a:defRPr sz="1800" b="1">
                <a:solidFill>
                  <a:srgbClr val="111827"/>
                </a:solidFill>
                <a:latin typeface="Arial"/>
                <a:ea typeface="Arial"/>
                <a:cs typeface="Arial"/>
              </a:defRPr>
            </a:lvl3pPr>
            <a:lvl4pPr algn="l">
              <a:defRPr sz="1800" b="1">
                <a:solidFill>
                  <a:srgbClr val="111827"/>
                </a:solidFill>
                <a:latin typeface="Arial"/>
                <a:ea typeface="Arial"/>
                <a:cs typeface="Arial"/>
              </a:defRPr>
            </a:lvl4pPr>
            <a:lvl5pPr algn="l">
              <a:defRPr sz="1800" b="1">
                <a:solidFill>
                  <a:srgbClr val="111827"/>
                </a:solidFill>
                <a:latin typeface="Arial"/>
                <a:ea typeface="Arial"/>
                <a:cs typeface="Arial"/>
              </a:defRPr>
            </a:lvl5pPr>
            <a:lvl6pPr algn="l">
              <a:defRPr sz="1800" b="1">
                <a:solidFill>
                  <a:srgbClr val="111827"/>
                </a:solidFill>
                <a:latin typeface="Arial"/>
                <a:ea typeface="Arial"/>
                <a:cs typeface="Arial"/>
              </a:defRPr>
            </a:lvl6pPr>
            <a:lvl7pPr algn="l">
              <a:defRPr sz="1800" b="1">
                <a:solidFill>
                  <a:srgbClr val="111827"/>
                </a:solidFill>
                <a:latin typeface="Arial"/>
                <a:ea typeface="Arial"/>
                <a:cs typeface="Arial"/>
              </a:defRPr>
            </a:lvl7pPr>
            <a:lvl8pPr algn="l">
              <a:defRPr sz="1800" b="1">
                <a:solidFill>
                  <a:srgbClr val="111827"/>
                </a:solidFill>
                <a:latin typeface="Arial"/>
                <a:ea typeface="Arial"/>
                <a:cs typeface="Arial"/>
              </a:defRPr>
            </a:lvl8pPr>
            <a:lvl9pPr algn="l">
              <a:defRPr sz="1800" b="1">
                <a:solidFill>
                  <a:srgbClr val="111827"/>
                </a:solidFill>
                <a:latin typeface="Arial"/>
                <a:ea typeface="Arial"/>
                <a:cs typeface="Arial"/>
              </a:defRPr>
            </a:lvl9pPr>
          </a:lstStyle>
          <a:p xmlns:a="http://schemas.openxmlformats.org/drawingml/2006/main">
            <a:pPr algn="l">
              <a:defRPr sz="1800" b="1">
                <a:solidFill>
                  <a:srgbClr val="111827"/>
                </a:solidFill>
                <a:latin typeface="Arial"/>
                <a:ea typeface="Arial"/>
                <a:cs typeface="Arial"/>
              </a:defRPr>
            </a:pPr>
            <a:r>
              <a:rPr sz="1800" b="1">
                <a:solidFill>
                  <a:srgbClr val="111827"/>
                </a:solidFill>
                <a:latin typeface="Arial"/>
                <a:ea typeface="Arial"/>
                <a:cs typeface="Arial"/>
              </a:rPr>
              <a:t>ALWAYS ALLOW</a:t>
            </a:r>
          </a:p>
        </p:txBody>
      </p:sp>
      <p:sp>
        <p:nvSpPr>
          <p:cNvPr id="23" name="">
            <a:extLst xmlns:a="http://schemas.openxmlformats.org/drawingml/2006/main">
              <a:ext uri="{FF2B5EF4-FFF2-40B4-BE49-F238E27FC236}">
                <a16:creationId xmlns:a16="http://schemas.microsoft.com/office/drawing/2014/main" id="{A5C5ACDB-BB17-4808-A99D-D76FD3BED998}"/>
              </a:ext>
            </a:extLst>
          </p:cNvPr>
          <p:cNvSpPr>
            <a:spLocks xmlns:a="http://schemas.openxmlformats.org/drawingml/2006/main" noGrp="1"/>
          </p:cNvSpPr>
          <p:nvPr/>
        </p:nvSpPr>
        <p:spPr>
          <a:xfrm xmlns:a="http://schemas.openxmlformats.org/drawingml/2006/main">
            <a:off x="8972550" y="3514725"/>
            <a:ext cx="23336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11827"/>
                </a:solidFill>
                <a:latin typeface="Arial"/>
                <a:ea typeface="Arial"/>
                <a:cs typeface="Arial"/>
              </a:defRPr>
            </a:defPPr>
            <a:lvl1pPr algn="l">
              <a:defRPr sz="1500" b="0">
                <a:solidFill>
                  <a:srgbClr val="111827"/>
                </a:solidFill>
                <a:latin typeface="Arial"/>
                <a:ea typeface="Arial"/>
                <a:cs typeface="Arial"/>
              </a:defRPr>
            </a:lvl1pPr>
            <a:lvl2pPr algn="l">
              <a:defRPr sz="1500" b="0">
                <a:solidFill>
                  <a:srgbClr val="111827"/>
                </a:solidFill>
                <a:latin typeface="Arial"/>
                <a:ea typeface="Arial"/>
                <a:cs typeface="Arial"/>
              </a:defRPr>
            </a:lvl2pPr>
            <a:lvl3pPr algn="l">
              <a:defRPr sz="1500" b="0">
                <a:solidFill>
                  <a:srgbClr val="111827"/>
                </a:solidFill>
                <a:latin typeface="Arial"/>
                <a:ea typeface="Arial"/>
                <a:cs typeface="Arial"/>
              </a:defRPr>
            </a:lvl3pPr>
            <a:lvl4pPr algn="l">
              <a:defRPr sz="1500" b="0">
                <a:solidFill>
                  <a:srgbClr val="111827"/>
                </a:solidFill>
                <a:latin typeface="Arial"/>
                <a:ea typeface="Arial"/>
                <a:cs typeface="Arial"/>
              </a:defRPr>
            </a:lvl4pPr>
            <a:lvl5pPr algn="l">
              <a:defRPr sz="1500" b="0">
                <a:solidFill>
                  <a:srgbClr val="111827"/>
                </a:solidFill>
                <a:latin typeface="Arial"/>
                <a:ea typeface="Arial"/>
                <a:cs typeface="Arial"/>
              </a:defRPr>
            </a:lvl5pPr>
            <a:lvl6pPr algn="l">
              <a:defRPr sz="1500" b="0">
                <a:solidFill>
                  <a:srgbClr val="111827"/>
                </a:solidFill>
                <a:latin typeface="Arial"/>
                <a:ea typeface="Arial"/>
                <a:cs typeface="Arial"/>
              </a:defRPr>
            </a:lvl6pPr>
            <a:lvl7pPr algn="l">
              <a:defRPr sz="1500" b="0">
                <a:solidFill>
                  <a:srgbClr val="111827"/>
                </a:solidFill>
                <a:latin typeface="Arial"/>
                <a:ea typeface="Arial"/>
                <a:cs typeface="Arial"/>
              </a:defRPr>
            </a:lvl7pPr>
            <a:lvl8pPr algn="l">
              <a:defRPr sz="1500" b="0">
                <a:solidFill>
                  <a:srgbClr val="111827"/>
                </a:solidFill>
                <a:latin typeface="Arial"/>
                <a:ea typeface="Arial"/>
                <a:cs typeface="Arial"/>
              </a:defRPr>
            </a:lvl8pPr>
            <a:lvl9pPr algn="l">
              <a:defRPr sz="1500" b="0">
                <a:solidFill>
                  <a:srgbClr val="111827"/>
                </a:solidFill>
                <a:latin typeface="Arial"/>
                <a:ea typeface="Arial"/>
                <a:cs typeface="Arial"/>
              </a:defRPr>
            </a:lvl9pPr>
          </a:lstStyle>
          <a:p xmlns:a="http://schemas.openxmlformats.org/drawingml/2006/main">
            <a:pPr algn="l">
              <a:lnSpc>
                <a:spcPct val="110000"/>
              </a:lnSpc>
              <a:buNone/>
              <a:defRPr sz="1500" b="0">
                <a:solidFill>
                  <a:srgbClr val="111827"/>
                </a:solidFill>
                <a:latin typeface="Arial"/>
                <a:ea typeface="Arial"/>
                <a:cs typeface="Arial"/>
              </a:defRPr>
            </a:pPr>
            <a:r>
              <a:rPr sz="1500" b="0">
                <a:solidFill>
                  <a:srgbClr val="111827"/>
                </a:solidFill>
                <a:latin typeface="Arial"/>
                <a:ea typeface="Arial"/>
                <a:cs typeface="Arial"/>
              </a:rPr>
              <a:t>Keep the app available during focus.</a:t>
            </a:r>
          </a:p>
        </p:txBody>
      </p:sp>
      <p:sp>
        <p:nvSpPr>
          <p:cNvPr id="24" name="">
            <a:extLst xmlns:a="http://schemas.openxmlformats.org/drawingml/2006/main">
              <a:ext uri="{FF2B5EF4-FFF2-40B4-BE49-F238E27FC236}">
                <a16:creationId xmlns:a16="http://schemas.microsoft.com/office/drawing/2014/main" id="{2DDD59F9-6815-4B5A-A85C-AEC249F8F757}"/>
              </a:ext>
            </a:extLst>
          </p:cNvPr>
          <p:cNvSpPr>
            <a:spLocks xmlns:a="http://schemas.openxmlformats.org/drawingml/2006/main" noGrp="1"/>
          </p:cNvSpPr>
          <p:nvPr/>
        </p:nvSpPr>
        <p:spPr>
          <a:xfrm xmlns:a="http://schemas.openxmlformats.org/drawingml/2006/main">
            <a:off x="8972550" y="4552950"/>
            <a:ext cx="2333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26174"/>
                </a:solidFill>
                <a:latin typeface="Arial"/>
                <a:ea typeface="Arial"/>
                <a:cs typeface="Arial"/>
              </a:defRPr>
            </a:defPPr>
            <a:lvl1pPr algn="l">
              <a:defRPr sz="1275" b="0">
                <a:solidFill>
                  <a:srgbClr val="526174"/>
                </a:solidFill>
                <a:latin typeface="Arial"/>
                <a:ea typeface="Arial"/>
                <a:cs typeface="Arial"/>
              </a:defRPr>
            </a:lvl1pPr>
            <a:lvl2pPr algn="l">
              <a:defRPr sz="1275" b="0">
                <a:solidFill>
                  <a:srgbClr val="526174"/>
                </a:solidFill>
                <a:latin typeface="Arial"/>
                <a:ea typeface="Arial"/>
                <a:cs typeface="Arial"/>
              </a:defRPr>
            </a:lvl2pPr>
            <a:lvl3pPr algn="l">
              <a:defRPr sz="1275" b="0">
                <a:solidFill>
                  <a:srgbClr val="526174"/>
                </a:solidFill>
                <a:latin typeface="Arial"/>
                <a:ea typeface="Arial"/>
                <a:cs typeface="Arial"/>
              </a:defRPr>
            </a:lvl3pPr>
            <a:lvl4pPr algn="l">
              <a:defRPr sz="1275" b="0">
                <a:solidFill>
                  <a:srgbClr val="526174"/>
                </a:solidFill>
                <a:latin typeface="Arial"/>
                <a:ea typeface="Arial"/>
                <a:cs typeface="Arial"/>
              </a:defRPr>
            </a:lvl4pPr>
            <a:lvl5pPr algn="l">
              <a:defRPr sz="1275" b="0">
                <a:solidFill>
                  <a:srgbClr val="526174"/>
                </a:solidFill>
                <a:latin typeface="Arial"/>
                <a:ea typeface="Arial"/>
                <a:cs typeface="Arial"/>
              </a:defRPr>
            </a:lvl5pPr>
            <a:lvl6pPr algn="l">
              <a:defRPr sz="1275" b="0">
                <a:solidFill>
                  <a:srgbClr val="526174"/>
                </a:solidFill>
                <a:latin typeface="Arial"/>
                <a:ea typeface="Arial"/>
                <a:cs typeface="Arial"/>
              </a:defRPr>
            </a:lvl6pPr>
            <a:lvl7pPr algn="l">
              <a:defRPr sz="1275" b="0">
                <a:solidFill>
                  <a:srgbClr val="526174"/>
                </a:solidFill>
                <a:latin typeface="Arial"/>
                <a:ea typeface="Arial"/>
                <a:cs typeface="Arial"/>
              </a:defRPr>
            </a:lvl7pPr>
            <a:lvl8pPr algn="l">
              <a:defRPr sz="1275" b="0">
                <a:solidFill>
                  <a:srgbClr val="526174"/>
                </a:solidFill>
                <a:latin typeface="Arial"/>
                <a:ea typeface="Arial"/>
                <a:cs typeface="Arial"/>
              </a:defRPr>
            </a:lvl8pPr>
            <a:lvl9pPr algn="l">
              <a:defRPr sz="1275" b="0">
                <a:solidFill>
                  <a:srgbClr val="526174"/>
                </a:solidFill>
                <a:latin typeface="Arial"/>
                <a:ea typeface="Arial"/>
                <a:cs typeface="Arial"/>
              </a:defRPr>
            </a:lvl9pPr>
          </a:lstStyle>
          <a:p xmlns:a="http://schemas.openxmlformats.org/drawingml/2006/main">
            <a:pPr algn="l">
              <a:lnSpc>
                <a:spcPct val="115000"/>
              </a:lnSpc>
              <a:buNone/>
              <a:defRPr sz="1275" b="0">
                <a:solidFill>
                  <a:srgbClr val="526174"/>
                </a:solidFill>
                <a:latin typeface="Arial"/>
                <a:ea typeface="Arial"/>
                <a:cs typeface="Arial"/>
              </a:defRPr>
            </a:pPr>
            <a:r>
              <a:rPr sz="1275" b="0">
                <a:solidFill>
                  <a:srgbClr val="526174"/>
                </a:solidFill>
                <a:latin typeface="Arial"/>
                <a:ea typeface="Arial"/>
                <a:cs typeface="Arial"/>
              </a:rPr>
              <a:t>Use for: time-sensitive people or services.</a:t>
            </a:r>
          </a:p>
        </p:txBody>
      </p:sp>
      <p:sp>
        <p:nvSpPr>
          <p:cNvPr id="25" name="">
            <a:extLst xmlns:a="http://schemas.openxmlformats.org/drawingml/2006/main">
              <a:ext uri="{FF2B5EF4-FFF2-40B4-BE49-F238E27FC236}">
                <a16:creationId xmlns:a16="http://schemas.microsoft.com/office/drawing/2014/main" id="{0F8A3CE5-F6B4-4B4C-9DEF-3A79DC4557A8}"/>
              </a:ext>
            </a:extLst>
          </p:cNvPr>
          <p:cNvSpPr>
            <a:spLocks xmlns:a="http://schemas.openxmlformats.org/drawingml/2006/main" noGrp="1"/>
          </p:cNvSpPr>
          <p:nvPr/>
        </p:nvSpPr>
        <p:spPr>
          <a:xfrm xmlns:a="http://schemas.openxmlformats.org/drawingml/2006/main">
            <a:off x="685800" y="5791200"/>
            <a:ext cx="10820400" cy="9525"/>
          </a:xfrm>
          <a:prstGeom xmlns:a="http://schemas.openxmlformats.org/drawingml/2006/main" prst="rect">
            <a:avLst/>
          </a:prstGeom>
          <a:solidFill xmlns:a="http://schemas.openxmlformats.org/drawingml/2006/main">
            <a:srgbClr val="D8DEE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07F5CB4-CBC2-4EA6-B244-1C1CD61E6083}"/>
              </a:ext>
            </a:extLst>
          </p:cNvPr>
          <p:cNvSpPr>
            <a:spLocks xmlns:a="http://schemas.openxmlformats.org/drawingml/2006/main" noGrp="1"/>
          </p:cNvSpPr>
          <p:nvPr/>
        </p:nvSpPr>
        <p:spPr>
          <a:xfrm xmlns:a="http://schemas.openxmlformats.org/drawingml/2006/main">
            <a:off x="685800" y="593407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26174"/>
                </a:solidFill>
                <a:latin typeface="Arial"/>
                <a:ea typeface="Arial"/>
                <a:cs typeface="Arial"/>
              </a:defRPr>
            </a:defPPr>
            <a:lvl1pPr algn="l">
              <a:defRPr sz="1275" b="0">
                <a:solidFill>
                  <a:srgbClr val="526174"/>
                </a:solidFill>
                <a:latin typeface="Arial"/>
                <a:ea typeface="Arial"/>
                <a:cs typeface="Arial"/>
              </a:defRPr>
            </a:lvl1pPr>
            <a:lvl2pPr algn="l">
              <a:defRPr sz="1275" b="0">
                <a:solidFill>
                  <a:srgbClr val="526174"/>
                </a:solidFill>
                <a:latin typeface="Arial"/>
                <a:ea typeface="Arial"/>
                <a:cs typeface="Arial"/>
              </a:defRPr>
            </a:lvl2pPr>
            <a:lvl3pPr algn="l">
              <a:defRPr sz="1275" b="0">
                <a:solidFill>
                  <a:srgbClr val="526174"/>
                </a:solidFill>
                <a:latin typeface="Arial"/>
                <a:ea typeface="Arial"/>
                <a:cs typeface="Arial"/>
              </a:defRPr>
            </a:lvl3pPr>
            <a:lvl4pPr algn="l">
              <a:defRPr sz="1275" b="0">
                <a:solidFill>
                  <a:srgbClr val="526174"/>
                </a:solidFill>
                <a:latin typeface="Arial"/>
                <a:ea typeface="Arial"/>
                <a:cs typeface="Arial"/>
              </a:defRPr>
            </a:lvl4pPr>
            <a:lvl5pPr algn="l">
              <a:defRPr sz="1275" b="0">
                <a:solidFill>
                  <a:srgbClr val="526174"/>
                </a:solidFill>
                <a:latin typeface="Arial"/>
                <a:ea typeface="Arial"/>
                <a:cs typeface="Arial"/>
              </a:defRPr>
            </a:lvl5pPr>
            <a:lvl6pPr algn="l">
              <a:defRPr sz="1275" b="0">
                <a:solidFill>
                  <a:srgbClr val="526174"/>
                </a:solidFill>
                <a:latin typeface="Arial"/>
                <a:ea typeface="Arial"/>
                <a:cs typeface="Arial"/>
              </a:defRPr>
            </a:lvl6pPr>
            <a:lvl7pPr algn="l">
              <a:defRPr sz="1275" b="0">
                <a:solidFill>
                  <a:srgbClr val="526174"/>
                </a:solidFill>
                <a:latin typeface="Arial"/>
                <a:ea typeface="Arial"/>
                <a:cs typeface="Arial"/>
              </a:defRPr>
            </a:lvl7pPr>
            <a:lvl8pPr algn="l">
              <a:defRPr sz="1275" b="0">
                <a:solidFill>
                  <a:srgbClr val="526174"/>
                </a:solidFill>
                <a:latin typeface="Arial"/>
                <a:ea typeface="Arial"/>
                <a:cs typeface="Arial"/>
              </a:defRPr>
            </a:lvl8pPr>
            <a:lvl9pPr algn="l">
              <a:defRPr sz="1275" b="0">
                <a:solidFill>
                  <a:srgbClr val="526174"/>
                </a:solidFill>
                <a:latin typeface="Arial"/>
                <a:ea typeface="Arial"/>
                <a:cs typeface="Arial"/>
              </a:defRPr>
            </a:lvl9pPr>
          </a:lstStyle>
          <a:p xmlns:a="http://schemas.openxmlformats.org/drawingml/2006/main">
            <a:pPr algn="l">
              <a:defRPr sz="1275" b="0">
                <a:solidFill>
                  <a:srgbClr val="526174"/>
                </a:solidFill>
                <a:latin typeface="Arial"/>
                <a:ea typeface="Arial"/>
                <a:cs typeface="Arial"/>
              </a:defRPr>
            </a:pPr>
            <a:r>
              <a:rPr sz="1275" b="0">
                <a:solidFill>
                  <a:srgbClr val="526174"/>
                </a:solidFill>
                <a:latin typeface="Arial"/>
                <a:ea typeface="Arial"/>
                <a:cs typeface="Arial"/>
              </a:rPr>
              <a:t>Safety exceptions can allow calls, alarms, verification codes, urgent words and VIP contacts.</a:t>
            </a:r>
          </a:p>
        </p:txBody>
      </p:sp>
    </p:spTree>
    <p:extLst>
      <p:ext uri="{BB962C8B-B14F-4D97-AF65-F5344CB8AC3E}">
        <p14:creationId xmlns:p14="http://schemas.microsoft.com/office/powerpoint/2010/main" val="11737262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ection">
            <a:extLst xmlns:a="http://schemas.openxmlformats.org/drawingml/2006/main">
              <a:ext uri="{FF2B5EF4-FFF2-40B4-BE49-F238E27FC236}">
                <a16:creationId xmlns:a16="http://schemas.microsoft.com/office/drawing/2014/main" id="{B1562C77-5360-4960-AEB6-6A2072CB7D09}"/>
              </a:ext>
            </a:extLst>
          </p:cNvPr>
          <p:cNvSpPr>
            <a:spLocks xmlns:a="http://schemas.openxmlformats.org/drawingml/2006/main" noGrp="1"/>
          </p:cNvSpPr>
          <p:nvPr/>
        </p:nvSpPr>
        <p:spPr>
          <a:xfrm xmlns:a="http://schemas.openxmlformats.org/drawingml/2006/main">
            <a:off x="685800" y="3619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26174"/>
                </a:solidFill>
                <a:latin typeface="Arial"/>
                <a:ea typeface="Arial"/>
                <a:cs typeface="Arial"/>
              </a:defRPr>
            </a:defPPr>
            <a:lvl1pPr algn="l">
              <a:defRPr sz="1050" b="1">
                <a:solidFill>
                  <a:srgbClr val="526174"/>
                </a:solidFill>
                <a:latin typeface="Arial"/>
                <a:ea typeface="Arial"/>
                <a:cs typeface="Arial"/>
              </a:defRPr>
            </a:lvl1pPr>
            <a:lvl2pPr algn="l">
              <a:defRPr sz="1050" b="1">
                <a:solidFill>
                  <a:srgbClr val="526174"/>
                </a:solidFill>
                <a:latin typeface="Arial"/>
                <a:ea typeface="Arial"/>
                <a:cs typeface="Arial"/>
              </a:defRPr>
            </a:lvl2pPr>
            <a:lvl3pPr algn="l">
              <a:defRPr sz="1050" b="1">
                <a:solidFill>
                  <a:srgbClr val="526174"/>
                </a:solidFill>
                <a:latin typeface="Arial"/>
                <a:ea typeface="Arial"/>
                <a:cs typeface="Arial"/>
              </a:defRPr>
            </a:lvl3pPr>
            <a:lvl4pPr algn="l">
              <a:defRPr sz="1050" b="1">
                <a:solidFill>
                  <a:srgbClr val="526174"/>
                </a:solidFill>
                <a:latin typeface="Arial"/>
                <a:ea typeface="Arial"/>
                <a:cs typeface="Arial"/>
              </a:defRPr>
            </a:lvl4pPr>
            <a:lvl5pPr algn="l">
              <a:defRPr sz="1050" b="1">
                <a:solidFill>
                  <a:srgbClr val="526174"/>
                </a:solidFill>
                <a:latin typeface="Arial"/>
                <a:ea typeface="Arial"/>
                <a:cs typeface="Arial"/>
              </a:defRPr>
            </a:lvl5pPr>
            <a:lvl6pPr algn="l">
              <a:defRPr sz="1050" b="1">
                <a:solidFill>
                  <a:srgbClr val="526174"/>
                </a:solidFill>
                <a:latin typeface="Arial"/>
                <a:ea typeface="Arial"/>
                <a:cs typeface="Arial"/>
              </a:defRPr>
            </a:lvl6pPr>
            <a:lvl7pPr algn="l">
              <a:defRPr sz="1050" b="1">
                <a:solidFill>
                  <a:srgbClr val="526174"/>
                </a:solidFill>
                <a:latin typeface="Arial"/>
                <a:ea typeface="Arial"/>
                <a:cs typeface="Arial"/>
              </a:defRPr>
            </a:lvl7pPr>
            <a:lvl8pPr algn="l">
              <a:defRPr sz="1050" b="1">
                <a:solidFill>
                  <a:srgbClr val="526174"/>
                </a:solidFill>
                <a:latin typeface="Arial"/>
                <a:ea typeface="Arial"/>
                <a:cs typeface="Arial"/>
              </a:defRPr>
            </a:lvl8pPr>
            <a:lvl9pPr algn="l">
              <a:defRPr sz="1050" b="1">
                <a:solidFill>
                  <a:srgbClr val="526174"/>
                </a:solidFill>
                <a:latin typeface="Arial"/>
                <a:ea typeface="Arial"/>
                <a:cs typeface="Arial"/>
              </a:defRPr>
            </a:lvl9pPr>
          </a:lstStyle>
          <a:p xmlns:a="http://schemas.openxmlformats.org/drawingml/2006/main">
            <a:pPr algn="l">
              <a:defRPr sz="1050" b="1">
                <a:solidFill>
                  <a:srgbClr val="526174"/>
                </a:solidFill>
                <a:latin typeface="Arial"/>
                <a:ea typeface="Arial"/>
                <a:cs typeface="Arial"/>
              </a:defRPr>
            </a:pPr>
            <a:r>
              <a:rPr sz="1050" b="1">
                <a:solidFill>
                  <a:srgbClr val="526174"/>
                </a:solidFill>
                <a:latin typeface="Arial"/>
                <a:ea typeface="Arial"/>
                <a:cs typeface="Arial"/>
              </a:rPr>
              <a:t>HOW IT WORKS ON THE PHONE</a:t>
            </a:r>
          </a:p>
        </p:txBody>
      </p:sp>
      <p:sp>
        <p:nvSpPr>
          <p:cNvPr id="2" name="slide-number">
            <a:extLst xmlns:a="http://schemas.openxmlformats.org/drawingml/2006/main">
              <a:ext uri="{FF2B5EF4-FFF2-40B4-BE49-F238E27FC236}">
                <a16:creationId xmlns:a16="http://schemas.microsoft.com/office/drawing/2014/main" id="{6F333CF7-5D05-4104-B15A-27854FF67405}"/>
              </a:ext>
            </a:extLst>
          </p:cNvPr>
          <p:cNvSpPr>
            <a:spLocks xmlns:a="http://schemas.openxmlformats.org/drawingml/2006/main" noGrp="1"/>
          </p:cNvSpPr>
          <p:nvPr/>
        </p:nvSpPr>
        <p:spPr>
          <a:xfrm xmlns:a="http://schemas.openxmlformats.org/drawingml/2006/main">
            <a:off x="11087100" y="3619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526174"/>
                </a:solidFill>
                <a:latin typeface="Arial"/>
                <a:ea typeface="Arial"/>
                <a:cs typeface="Arial"/>
              </a:defRPr>
            </a:defPPr>
            <a:lvl1pPr algn="r">
              <a:defRPr sz="1050" b="1">
                <a:solidFill>
                  <a:srgbClr val="526174"/>
                </a:solidFill>
                <a:latin typeface="Arial"/>
                <a:ea typeface="Arial"/>
                <a:cs typeface="Arial"/>
              </a:defRPr>
            </a:lvl1pPr>
            <a:lvl2pPr algn="r">
              <a:defRPr sz="1050" b="1">
                <a:solidFill>
                  <a:srgbClr val="526174"/>
                </a:solidFill>
                <a:latin typeface="Arial"/>
                <a:ea typeface="Arial"/>
                <a:cs typeface="Arial"/>
              </a:defRPr>
            </a:lvl2pPr>
            <a:lvl3pPr algn="r">
              <a:defRPr sz="1050" b="1">
                <a:solidFill>
                  <a:srgbClr val="526174"/>
                </a:solidFill>
                <a:latin typeface="Arial"/>
                <a:ea typeface="Arial"/>
                <a:cs typeface="Arial"/>
              </a:defRPr>
            </a:lvl3pPr>
            <a:lvl4pPr algn="r">
              <a:defRPr sz="1050" b="1">
                <a:solidFill>
                  <a:srgbClr val="526174"/>
                </a:solidFill>
                <a:latin typeface="Arial"/>
                <a:ea typeface="Arial"/>
                <a:cs typeface="Arial"/>
              </a:defRPr>
            </a:lvl4pPr>
            <a:lvl5pPr algn="r">
              <a:defRPr sz="1050" b="1">
                <a:solidFill>
                  <a:srgbClr val="526174"/>
                </a:solidFill>
                <a:latin typeface="Arial"/>
                <a:ea typeface="Arial"/>
                <a:cs typeface="Arial"/>
              </a:defRPr>
            </a:lvl5pPr>
            <a:lvl6pPr algn="r">
              <a:defRPr sz="1050" b="1">
                <a:solidFill>
                  <a:srgbClr val="526174"/>
                </a:solidFill>
                <a:latin typeface="Arial"/>
                <a:ea typeface="Arial"/>
                <a:cs typeface="Arial"/>
              </a:defRPr>
            </a:lvl6pPr>
            <a:lvl7pPr algn="r">
              <a:defRPr sz="1050" b="1">
                <a:solidFill>
                  <a:srgbClr val="526174"/>
                </a:solidFill>
                <a:latin typeface="Arial"/>
                <a:ea typeface="Arial"/>
                <a:cs typeface="Arial"/>
              </a:defRPr>
            </a:lvl7pPr>
            <a:lvl8pPr algn="r">
              <a:defRPr sz="1050" b="1">
                <a:solidFill>
                  <a:srgbClr val="526174"/>
                </a:solidFill>
                <a:latin typeface="Arial"/>
                <a:ea typeface="Arial"/>
                <a:cs typeface="Arial"/>
              </a:defRPr>
            </a:lvl8pPr>
            <a:lvl9pPr algn="r">
              <a:defRPr sz="1050" b="1">
                <a:solidFill>
                  <a:srgbClr val="526174"/>
                </a:solidFill>
                <a:latin typeface="Arial"/>
                <a:ea typeface="Arial"/>
                <a:cs typeface="Arial"/>
              </a:defRPr>
            </a:lvl9pPr>
          </a:lstStyle>
          <a:p xmlns:a="http://schemas.openxmlformats.org/drawingml/2006/main">
            <a:pPr algn="r">
              <a:defRPr sz="1050" b="1">
                <a:solidFill>
                  <a:srgbClr val="526174"/>
                </a:solidFill>
                <a:latin typeface="Arial"/>
                <a:ea typeface="Arial"/>
                <a:cs typeface="Arial"/>
              </a:defRPr>
            </a:pPr>
            <a:r>
              <a:rPr sz="1050" b="1">
                <a:solidFill>
                  <a:srgbClr val="526174"/>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0AAF7CE9-2810-456A-AA87-246943211919}"/>
              </a:ext>
            </a:extLst>
          </p:cNvPr>
          <p:cNvSpPr>
            <a:spLocks xmlns:a="http://schemas.openxmlformats.org/drawingml/2006/main" noGrp="1"/>
          </p:cNvSpPr>
          <p:nvPr/>
        </p:nvSpPr>
        <p:spPr>
          <a:xfrm xmlns:a="http://schemas.openxmlformats.org/drawingml/2006/main">
            <a:off x="685800" y="800100"/>
            <a:ext cx="904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11827"/>
                </a:solidFill>
                <a:latin typeface="Arial"/>
                <a:ea typeface="Arial"/>
                <a:cs typeface="Arial"/>
              </a:defRPr>
            </a:defPPr>
            <a:lvl1pPr algn="l">
              <a:defRPr sz="3000" b="1">
                <a:solidFill>
                  <a:srgbClr val="111827"/>
                </a:solidFill>
                <a:latin typeface="Arial"/>
                <a:ea typeface="Arial"/>
                <a:cs typeface="Arial"/>
              </a:defRPr>
            </a:lvl1pPr>
            <a:lvl2pPr algn="l">
              <a:defRPr sz="3000" b="1">
                <a:solidFill>
                  <a:srgbClr val="111827"/>
                </a:solidFill>
                <a:latin typeface="Arial"/>
                <a:ea typeface="Arial"/>
                <a:cs typeface="Arial"/>
              </a:defRPr>
            </a:lvl2pPr>
            <a:lvl3pPr algn="l">
              <a:defRPr sz="3000" b="1">
                <a:solidFill>
                  <a:srgbClr val="111827"/>
                </a:solidFill>
                <a:latin typeface="Arial"/>
                <a:ea typeface="Arial"/>
                <a:cs typeface="Arial"/>
              </a:defRPr>
            </a:lvl3pPr>
            <a:lvl4pPr algn="l">
              <a:defRPr sz="3000" b="1">
                <a:solidFill>
                  <a:srgbClr val="111827"/>
                </a:solidFill>
                <a:latin typeface="Arial"/>
                <a:ea typeface="Arial"/>
                <a:cs typeface="Arial"/>
              </a:defRPr>
            </a:lvl4pPr>
            <a:lvl5pPr algn="l">
              <a:defRPr sz="3000" b="1">
                <a:solidFill>
                  <a:srgbClr val="111827"/>
                </a:solidFill>
                <a:latin typeface="Arial"/>
                <a:ea typeface="Arial"/>
                <a:cs typeface="Arial"/>
              </a:defRPr>
            </a:lvl5pPr>
            <a:lvl6pPr algn="l">
              <a:defRPr sz="3000" b="1">
                <a:solidFill>
                  <a:srgbClr val="111827"/>
                </a:solidFill>
                <a:latin typeface="Arial"/>
                <a:ea typeface="Arial"/>
                <a:cs typeface="Arial"/>
              </a:defRPr>
            </a:lvl6pPr>
            <a:lvl7pPr algn="l">
              <a:defRPr sz="3000" b="1">
                <a:solidFill>
                  <a:srgbClr val="111827"/>
                </a:solidFill>
                <a:latin typeface="Arial"/>
                <a:ea typeface="Arial"/>
                <a:cs typeface="Arial"/>
              </a:defRPr>
            </a:lvl7pPr>
            <a:lvl8pPr algn="l">
              <a:defRPr sz="3000" b="1">
                <a:solidFill>
                  <a:srgbClr val="111827"/>
                </a:solidFill>
                <a:latin typeface="Arial"/>
                <a:ea typeface="Arial"/>
                <a:cs typeface="Arial"/>
              </a:defRPr>
            </a:lvl8pPr>
            <a:lvl9pPr algn="l">
              <a:defRPr sz="3000" b="1">
                <a:solidFill>
                  <a:srgbClr val="111827"/>
                </a:solidFill>
                <a:latin typeface="Arial"/>
                <a:ea typeface="Arial"/>
                <a:cs typeface="Arial"/>
              </a:defRPr>
            </a:lvl9pPr>
          </a:lstStyle>
          <a:p xmlns:a="http://schemas.openxmlformats.org/drawingml/2006/main">
            <a:pPr algn="l">
              <a:defRPr sz="3000" b="1">
                <a:solidFill>
                  <a:srgbClr val="111827"/>
                </a:solidFill>
                <a:latin typeface="Arial"/>
                <a:ea typeface="Arial"/>
                <a:cs typeface="Arial"/>
              </a:defRPr>
            </a:pPr>
            <a:r>
              <a:rPr sz="3000" b="1">
                <a:solidFill>
                  <a:srgbClr val="111827"/>
                </a:solidFill>
                <a:latin typeface="Arial"/>
                <a:ea typeface="Arial"/>
                <a:cs typeface="Arial"/>
              </a:rPr>
              <a:t>Set a rule. Focus. Review.</a:t>
            </a:r>
          </a:p>
        </p:txBody>
      </p:sp>
      <p:sp>
        <p:nvSpPr>
          <p:cNvPr id="4" name="">
            <a:extLst xmlns:a="http://schemas.openxmlformats.org/drawingml/2006/main">
              <a:ext uri="{FF2B5EF4-FFF2-40B4-BE49-F238E27FC236}">
                <a16:creationId xmlns:a16="http://schemas.microsoft.com/office/drawing/2014/main" id="{13EAC55F-1F83-4E4A-A57A-9422BC60FA5A}"/>
              </a:ext>
            </a:extLst>
          </p:cNvPr>
          <p:cNvSpPr>
            <a:spLocks xmlns:a="http://schemas.openxmlformats.org/drawingml/2006/main" noGrp="1"/>
          </p:cNvSpPr>
          <p:nvPr/>
        </p:nvSpPr>
        <p:spPr>
          <a:xfrm xmlns:a="http://schemas.openxmlformats.org/drawingml/2006/main">
            <a:off x="876300" y="2038350"/>
            <a:ext cx="2781300" cy="47625"/>
          </a:xfrm>
          <a:prstGeom xmlns:a="http://schemas.openxmlformats.org/drawingml/2006/main" prst="rect">
            <a:avLst/>
          </a:prstGeom>
          <a:solidFill xmlns:a="http://schemas.openxmlformats.org/drawingml/2006/main">
            <a:srgbClr val="27C3D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0955BF5-ED2C-4233-A260-0B95C9DF246F}"/>
              </a:ext>
            </a:extLst>
          </p:cNvPr>
          <p:cNvSpPr>
            <a:spLocks xmlns:a="http://schemas.openxmlformats.org/drawingml/2006/main" noGrp="1"/>
          </p:cNvSpPr>
          <p:nvPr/>
        </p:nvSpPr>
        <p:spPr>
          <a:xfrm xmlns:a="http://schemas.openxmlformats.org/drawingml/2006/main">
            <a:off x="876300" y="23050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27C3D3"/>
                </a:solidFill>
                <a:latin typeface="Arial"/>
                <a:ea typeface="Arial"/>
                <a:cs typeface="Arial"/>
              </a:defRPr>
            </a:defPPr>
            <a:lvl1pPr algn="l">
              <a:defRPr sz="2700" b="1">
                <a:solidFill>
                  <a:srgbClr val="27C3D3"/>
                </a:solidFill>
                <a:latin typeface="Arial"/>
                <a:ea typeface="Arial"/>
                <a:cs typeface="Arial"/>
              </a:defRPr>
            </a:lvl1pPr>
            <a:lvl2pPr algn="l">
              <a:defRPr sz="2700" b="1">
                <a:solidFill>
                  <a:srgbClr val="27C3D3"/>
                </a:solidFill>
                <a:latin typeface="Arial"/>
                <a:ea typeface="Arial"/>
                <a:cs typeface="Arial"/>
              </a:defRPr>
            </a:lvl2pPr>
            <a:lvl3pPr algn="l">
              <a:defRPr sz="2700" b="1">
                <a:solidFill>
                  <a:srgbClr val="27C3D3"/>
                </a:solidFill>
                <a:latin typeface="Arial"/>
                <a:ea typeface="Arial"/>
                <a:cs typeface="Arial"/>
              </a:defRPr>
            </a:lvl3pPr>
            <a:lvl4pPr algn="l">
              <a:defRPr sz="2700" b="1">
                <a:solidFill>
                  <a:srgbClr val="27C3D3"/>
                </a:solidFill>
                <a:latin typeface="Arial"/>
                <a:ea typeface="Arial"/>
                <a:cs typeface="Arial"/>
              </a:defRPr>
            </a:lvl4pPr>
            <a:lvl5pPr algn="l">
              <a:defRPr sz="2700" b="1">
                <a:solidFill>
                  <a:srgbClr val="27C3D3"/>
                </a:solidFill>
                <a:latin typeface="Arial"/>
                <a:ea typeface="Arial"/>
                <a:cs typeface="Arial"/>
              </a:defRPr>
            </a:lvl5pPr>
            <a:lvl6pPr algn="l">
              <a:defRPr sz="2700" b="1">
                <a:solidFill>
                  <a:srgbClr val="27C3D3"/>
                </a:solidFill>
                <a:latin typeface="Arial"/>
                <a:ea typeface="Arial"/>
                <a:cs typeface="Arial"/>
              </a:defRPr>
            </a:lvl6pPr>
            <a:lvl7pPr algn="l">
              <a:defRPr sz="2700" b="1">
                <a:solidFill>
                  <a:srgbClr val="27C3D3"/>
                </a:solidFill>
                <a:latin typeface="Arial"/>
                <a:ea typeface="Arial"/>
                <a:cs typeface="Arial"/>
              </a:defRPr>
            </a:lvl7pPr>
            <a:lvl8pPr algn="l">
              <a:defRPr sz="2700" b="1">
                <a:solidFill>
                  <a:srgbClr val="27C3D3"/>
                </a:solidFill>
                <a:latin typeface="Arial"/>
                <a:ea typeface="Arial"/>
                <a:cs typeface="Arial"/>
              </a:defRPr>
            </a:lvl8pPr>
            <a:lvl9pPr algn="l">
              <a:defRPr sz="2700" b="1">
                <a:solidFill>
                  <a:srgbClr val="27C3D3"/>
                </a:solidFill>
                <a:latin typeface="Arial"/>
                <a:ea typeface="Arial"/>
                <a:cs typeface="Arial"/>
              </a:defRPr>
            </a:lvl9pPr>
          </a:lstStyle>
          <a:p xmlns:a="http://schemas.openxmlformats.org/drawingml/2006/main">
            <a:pPr algn="l">
              <a:defRPr sz="2700" b="1">
                <a:solidFill>
                  <a:srgbClr val="27C3D3"/>
                </a:solidFill>
                <a:latin typeface="Arial"/>
                <a:ea typeface="Arial"/>
                <a:cs typeface="Arial"/>
              </a:defRPr>
            </a:pPr>
            <a:r>
              <a:rPr sz="2700" b="1">
                <a:solidFill>
                  <a:srgbClr val="27C3D3"/>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3153BB27-A704-428F-889C-5BD5AB3A3AD9}"/>
              </a:ext>
            </a:extLst>
          </p:cNvPr>
          <p:cNvSpPr>
            <a:spLocks xmlns:a="http://schemas.openxmlformats.org/drawingml/2006/main" noGrp="1"/>
          </p:cNvSpPr>
          <p:nvPr/>
        </p:nvSpPr>
        <p:spPr>
          <a:xfrm xmlns:a="http://schemas.openxmlformats.org/drawingml/2006/main">
            <a:off x="876300" y="304800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111827"/>
                </a:solidFill>
                <a:latin typeface="Arial"/>
                <a:ea typeface="Arial"/>
                <a:cs typeface="Arial"/>
              </a:defRPr>
            </a:defPPr>
            <a:lvl1pPr algn="l">
              <a:defRPr sz="2025" b="1">
                <a:solidFill>
                  <a:srgbClr val="111827"/>
                </a:solidFill>
                <a:latin typeface="Arial"/>
                <a:ea typeface="Arial"/>
                <a:cs typeface="Arial"/>
              </a:defRPr>
            </a:lvl1pPr>
            <a:lvl2pPr algn="l">
              <a:defRPr sz="2025" b="1">
                <a:solidFill>
                  <a:srgbClr val="111827"/>
                </a:solidFill>
                <a:latin typeface="Arial"/>
                <a:ea typeface="Arial"/>
                <a:cs typeface="Arial"/>
              </a:defRPr>
            </a:lvl2pPr>
            <a:lvl3pPr algn="l">
              <a:defRPr sz="2025" b="1">
                <a:solidFill>
                  <a:srgbClr val="111827"/>
                </a:solidFill>
                <a:latin typeface="Arial"/>
                <a:ea typeface="Arial"/>
                <a:cs typeface="Arial"/>
              </a:defRPr>
            </a:lvl3pPr>
            <a:lvl4pPr algn="l">
              <a:defRPr sz="2025" b="1">
                <a:solidFill>
                  <a:srgbClr val="111827"/>
                </a:solidFill>
                <a:latin typeface="Arial"/>
                <a:ea typeface="Arial"/>
                <a:cs typeface="Arial"/>
              </a:defRPr>
            </a:lvl4pPr>
            <a:lvl5pPr algn="l">
              <a:defRPr sz="2025" b="1">
                <a:solidFill>
                  <a:srgbClr val="111827"/>
                </a:solidFill>
                <a:latin typeface="Arial"/>
                <a:ea typeface="Arial"/>
                <a:cs typeface="Arial"/>
              </a:defRPr>
            </a:lvl5pPr>
            <a:lvl6pPr algn="l">
              <a:defRPr sz="2025" b="1">
                <a:solidFill>
                  <a:srgbClr val="111827"/>
                </a:solidFill>
                <a:latin typeface="Arial"/>
                <a:ea typeface="Arial"/>
                <a:cs typeface="Arial"/>
              </a:defRPr>
            </a:lvl6pPr>
            <a:lvl7pPr algn="l">
              <a:defRPr sz="2025" b="1">
                <a:solidFill>
                  <a:srgbClr val="111827"/>
                </a:solidFill>
                <a:latin typeface="Arial"/>
                <a:ea typeface="Arial"/>
                <a:cs typeface="Arial"/>
              </a:defRPr>
            </a:lvl7pPr>
            <a:lvl8pPr algn="l">
              <a:defRPr sz="2025" b="1">
                <a:solidFill>
                  <a:srgbClr val="111827"/>
                </a:solidFill>
                <a:latin typeface="Arial"/>
                <a:ea typeface="Arial"/>
                <a:cs typeface="Arial"/>
              </a:defRPr>
            </a:lvl8pPr>
            <a:lvl9pPr algn="l">
              <a:defRPr sz="2025" b="1">
                <a:solidFill>
                  <a:srgbClr val="111827"/>
                </a:solidFill>
                <a:latin typeface="Arial"/>
                <a:ea typeface="Arial"/>
                <a:cs typeface="Arial"/>
              </a:defRPr>
            </a:lvl9pPr>
          </a:lstStyle>
          <a:p xmlns:a="http://schemas.openxmlformats.org/drawingml/2006/main">
            <a:pPr algn="l">
              <a:defRPr sz="2025" b="1">
                <a:solidFill>
                  <a:srgbClr val="111827"/>
                </a:solidFill>
                <a:latin typeface="Arial"/>
                <a:ea typeface="Arial"/>
                <a:cs typeface="Arial"/>
              </a:defRPr>
            </a:pPr>
            <a:r>
              <a:rPr sz="2025" b="1">
                <a:solidFill>
                  <a:srgbClr val="111827"/>
                </a:solidFill>
                <a:latin typeface="Arial"/>
                <a:ea typeface="Arial"/>
                <a:cs typeface="Arial"/>
              </a:rPr>
              <a:t>Choose apps</a:t>
            </a:r>
          </a:p>
        </p:txBody>
      </p:sp>
      <p:sp>
        <p:nvSpPr>
          <p:cNvPr id="7" name="">
            <a:extLst xmlns:a="http://schemas.openxmlformats.org/drawingml/2006/main">
              <a:ext uri="{FF2B5EF4-FFF2-40B4-BE49-F238E27FC236}">
                <a16:creationId xmlns:a16="http://schemas.microsoft.com/office/drawing/2014/main" id="{AD403A10-E84B-4806-9648-68F18A10282C}"/>
              </a:ext>
            </a:extLst>
          </p:cNvPr>
          <p:cNvSpPr>
            <a:spLocks xmlns:a="http://schemas.openxmlformats.org/drawingml/2006/main" noGrp="1"/>
          </p:cNvSpPr>
          <p:nvPr/>
        </p:nvSpPr>
        <p:spPr>
          <a:xfrm xmlns:a="http://schemas.openxmlformats.org/drawingml/2006/main">
            <a:off x="876300" y="3581400"/>
            <a:ext cx="2781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26174"/>
                </a:solidFill>
                <a:latin typeface="Arial"/>
                <a:ea typeface="Arial"/>
                <a:cs typeface="Arial"/>
              </a:defRPr>
            </a:defPPr>
            <a:lvl1pPr algn="l">
              <a:defRPr sz="1425" b="0">
                <a:solidFill>
                  <a:srgbClr val="526174"/>
                </a:solidFill>
                <a:latin typeface="Arial"/>
                <a:ea typeface="Arial"/>
                <a:cs typeface="Arial"/>
              </a:defRPr>
            </a:lvl1pPr>
            <a:lvl2pPr algn="l">
              <a:defRPr sz="1425" b="0">
                <a:solidFill>
                  <a:srgbClr val="526174"/>
                </a:solidFill>
                <a:latin typeface="Arial"/>
                <a:ea typeface="Arial"/>
                <a:cs typeface="Arial"/>
              </a:defRPr>
            </a:lvl2pPr>
            <a:lvl3pPr algn="l">
              <a:defRPr sz="1425" b="0">
                <a:solidFill>
                  <a:srgbClr val="526174"/>
                </a:solidFill>
                <a:latin typeface="Arial"/>
                <a:ea typeface="Arial"/>
                <a:cs typeface="Arial"/>
              </a:defRPr>
            </a:lvl3pPr>
            <a:lvl4pPr algn="l">
              <a:defRPr sz="1425" b="0">
                <a:solidFill>
                  <a:srgbClr val="526174"/>
                </a:solidFill>
                <a:latin typeface="Arial"/>
                <a:ea typeface="Arial"/>
                <a:cs typeface="Arial"/>
              </a:defRPr>
            </a:lvl4pPr>
            <a:lvl5pPr algn="l">
              <a:defRPr sz="1425" b="0">
                <a:solidFill>
                  <a:srgbClr val="526174"/>
                </a:solidFill>
                <a:latin typeface="Arial"/>
                <a:ea typeface="Arial"/>
                <a:cs typeface="Arial"/>
              </a:defRPr>
            </a:lvl5pPr>
            <a:lvl6pPr algn="l">
              <a:defRPr sz="1425" b="0">
                <a:solidFill>
                  <a:srgbClr val="526174"/>
                </a:solidFill>
                <a:latin typeface="Arial"/>
                <a:ea typeface="Arial"/>
                <a:cs typeface="Arial"/>
              </a:defRPr>
            </a:lvl6pPr>
            <a:lvl7pPr algn="l">
              <a:defRPr sz="1425" b="0">
                <a:solidFill>
                  <a:srgbClr val="526174"/>
                </a:solidFill>
                <a:latin typeface="Arial"/>
                <a:ea typeface="Arial"/>
                <a:cs typeface="Arial"/>
              </a:defRPr>
            </a:lvl7pPr>
            <a:lvl8pPr algn="l">
              <a:defRPr sz="1425" b="0">
                <a:solidFill>
                  <a:srgbClr val="526174"/>
                </a:solidFill>
                <a:latin typeface="Arial"/>
                <a:ea typeface="Arial"/>
                <a:cs typeface="Arial"/>
              </a:defRPr>
            </a:lvl8pPr>
            <a:lvl9pPr algn="l">
              <a:defRPr sz="1425" b="0">
                <a:solidFill>
                  <a:srgbClr val="526174"/>
                </a:solidFill>
                <a:latin typeface="Arial"/>
                <a:ea typeface="Arial"/>
                <a:cs typeface="Arial"/>
              </a:defRPr>
            </a:lvl9pPr>
          </a:lstStyle>
          <a:p xmlns:a="http://schemas.openxmlformats.org/drawingml/2006/main">
            <a:pPr algn="l">
              <a:lnSpc>
                <a:spcPct val="114000"/>
              </a:lnSpc>
              <a:buNone/>
              <a:defRPr sz="1425" b="0">
                <a:solidFill>
                  <a:srgbClr val="526174"/>
                </a:solidFill>
                <a:latin typeface="Arial"/>
                <a:ea typeface="Arial"/>
                <a:cs typeface="Arial"/>
              </a:defRPr>
            </a:pPr>
            <a:r>
              <a:rPr sz="1425" b="0">
                <a:solidFill>
                  <a:srgbClr val="526174"/>
                </a:solidFill>
                <a:latin typeface="Arial"/>
                <a:ea typeface="Arial"/>
                <a:cs typeface="Arial"/>
              </a:rPr>
              <a:t>Pick Allow, Block in focus, Smart estimate or Always allow.</a:t>
            </a:r>
          </a:p>
        </p:txBody>
      </p:sp>
      <p:sp>
        <p:nvSpPr>
          <p:cNvPr id="8" name="">
            <a:extLst xmlns:a="http://schemas.openxmlformats.org/drawingml/2006/main">
              <a:ext uri="{FF2B5EF4-FFF2-40B4-BE49-F238E27FC236}">
                <a16:creationId xmlns:a16="http://schemas.microsoft.com/office/drawing/2014/main" id="{DD470E09-0A5D-4D6D-B27B-EBE678143AFC}"/>
              </a:ext>
            </a:extLst>
          </p:cNvPr>
          <p:cNvSpPr>
            <a:spLocks xmlns:a="http://schemas.openxmlformats.org/drawingml/2006/main" noGrp="1"/>
          </p:cNvSpPr>
          <p:nvPr/>
        </p:nvSpPr>
        <p:spPr>
          <a:xfrm xmlns:a="http://schemas.openxmlformats.org/drawingml/2006/main">
            <a:off x="4552950" y="2038350"/>
            <a:ext cx="2781300" cy="4762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407C602-72FD-4C81-B153-4261CB2C01B6}"/>
              </a:ext>
            </a:extLst>
          </p:cNvPr>
          <p:cNvSpPr>
            <a:spLocks xmlns:a="http://schemas.openxmlformats.org/drawingml/2006/main" noGrp="1"/>
          </p:cNvSpPr>
          <p:nvPr/>
        </p:nvSpPr>
        <p:spPr>
          <a:xfrm xmlns:a="http://schemas.openxmlformats.org/drawingml/2006/main">
            <a:off x="4552950" y="23050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0F766E"/>
                </a:solidFill>
                <a:latin typeface="Arial"/>
                <a:ea typeface="Arial"/>
                <a:cs typeface="Arial"/>
              </a:defRPr>
            </a:defPPr>
            <a:lvl1pPr algn="l">
              <a:defRPr sz="2700" b="1">
                <a:solidFill>
                  <a:srgbClr val="0F766E"/>
                </a:solidFill>
                <a:latin typeface="Arial"/>
                <a:ea typeface="Arial"/>
                <a:cs typeface="Arial"/>
              </a:defRPr>
            </a:lvl1pPr>
            <a:lvl2pPr algn="l">
              <a:defRPr sz="2700" b="1">
                <a:solidFill>
                  <a:srgbClr val="0F766E"/>
                </a:solidFill>
                <a:latin typeface="Arial"/>
                <a:ea typeface="Arial"/>
                <a:cs typeface="Arial"/>
              </a:defRPr>
            </a:lvl2pPr>
            <a:lvl3pPr algn="l">
              <a:defRPr sz="2700" b="1">
                <a:solidFill>
                  <a:srgbClr val="0F766E"/>
                </a:solidFill>
                <a:latin typeface="Arial"/>
                <a:ea typeface="Arial"/>
                <a:cs typeface="Arial"/>
              </a:defRPr>
            </a:lvl3pPr>
            <a:lvl4pPr algn="l">
              <a:defRPr sz="2700" b="1">
                <a:solidFill>
                  <a:srgbClr val="0F766E"/>
                </a:solidFill>
                <a:latin typeface="Arial"/>
                <a:ea typeface="Arial"/>
                <a:cs typeface="Arial"/>
              </a:defRPr>
            </a:lvl4pPr>
            <a:lvl5pPr algn="l">
              <a:defRPr sz="2700" b="1">
                <a:solidFill>
                  <a:srgbClr val="0F766E"/>
                </a:solidFill>
                <a:latin typeface="Arial"/>
                <a:ea typeface="Arial"/>
                <a:cs typeface="Arial"/>
              </a:defRPr>
            </a:lvl5pPr>
            <a:lvl6pPr algn="l">
              <a:defRPr sz="2700" b="1">
                <a:solidFill>
                  <a:srgbClr val="0F766E"/>
                </a:solidFill>
                <a:latin typeface="Arial"/>
                <a:ea typeface="Arial"/>
                <a:cs typeface="Arial"/>
              </a:defRPr>
            </a:lvl6pPr>
            <a:lvl7pPr algn="l">
              <a:defRPr sz="2700" b="1">
                <a:solidFill>
                  <a:srgbClr val="0F766E"/>
                </a:solidFill>
                <a:latin typeface="Arial"/>
                <a:ea typeface="Arial"/>
                <a:cs typeface="Arial"/>
              </a:defRPr>
            </a:lvl7pPr>
            <a:lvl8pPr algn="l">
              <a:defRPr sz="2700" b="1">
                <a:solidFill>
                  <a:srgbClr val="0F766E"/>
                </a:solidFill>
                <a:latin typeface="Arial"/>
                <a:ea typeface="Arial"/>
                <a:cs typeface="Arial"/>
              </a:defRPr>
            </a:lvl8pPr>
            <a:lvl9pPr algn="l">
              <a:defRPr sz="2700" b="1">
                <a:solidFill>
                  <a:srgbClr val="0F766E"/>
                </a:solidFill>
                <a:latin typeface="Arial"/>
                <a:ea typeface="Arial"/>
                <a:cs typeface="Arial"/>
              </a:defRPr>
            </a:lvl9pPr>
          </a:lstStyle>
          <a:p xmlns:a="http://schemas.openxmlformats.org/drawingml/2006/main">
            <a:pPr algn="l">
              <a:defRPr sz="2700" b="1">
                <a:solidFill>
                  <a:srgbClr val="0F766E"/>
                </a:solidFill>
                <a:latin typeface="Arial"/>
                <a:ea typeface="Arial"/>
                <a:cs typeface="Arial"/>
              </a:defRPr>
            </a:pPr>
            <a:r>
              <a:rPr sz="2700" b="1">
                <a:solidFill>
                  <a:srgbClr val="0F766E"/>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5DDC65AF-3D94-4533-BF0D-3179E7D0F8F4}"/>
              </a:ext>
            </a:extLst>
          </p:cNvPr>
          <p:cNvSpPr>
            <a:spLocks xmlns:a="http://schemas.openxmlformats.org/drawingml/2006/main" noGrp="1"/>
          </p:cNvSpPr>
          <p:nvPr/>
        </p:nvSpPr>
        <p:spPr>
          <a:xfrm xmlns:a="http://schemas.openxmlformats.org/drawingml/2006/main">
            <a:off x="4552950" y="304800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111827"/>
                </a:solidFill>
                <a:latin typeface="Arial"/>
                <a:ea typeface="Arial"/>
                <a:cs typeface="Arial"/>
              </a:defRPr>
            </a:defPPr>
            <a:lvl1pPr algn="l">
              <a:defRPr sz="2025" b="1">
                <a:solidFill>
                  <a:srgbClr val="111827"/>
                </a:solidFill>
                <a:latin typeface="Arial"/>
                <a:ea typeface="Arial"/>
                <a:cs typeface="Arial"/>
              </a:defRPr>
            </a:lvl1pPr>
            <a:lvl2pPr algn="l">
              <a:defRPr sz="2025" b="1">
                <a:solidFill>
                  <a:srgbClr val="111827"/>
                </a:solidFill>
                <a:latin typeface="Arial"/>
                <a:ea typeface="Arial"/>
                <a:cs typeface="Arial"/>
              </a:defRPr>
            </a:lvl2pPr>
            <a:lvl3pPr algn="l">
              <a:defRPr sz="2025" b="1">
                <a:solidFill>
                  <a:srgbClr val="111827"/>
                </a:solidFill>
                <a:latin typeface="Arial"/>
                <a:ea typeface="Arial"/>
                <a:cs typeface="Arial"/>
              </a:defRPr>
            </a:lvl3pPr>
            <a:lvl4pPr algn="l">
              <a:defRPr sz="2025" b="1">
                <a:solidFill>
                  <a:srgbClr val="111827"/>
                </a:solidFill>
                <a:latin typeface="Arial"/>
                <a:ea typeface="Arial"/>
                <a:cs typeface="Arial"/>
              </a:defRPr>
            </a:lvl4pPr>
            <a:lvl5pPr algn="l">
              <a:defRPr sz="2025" b="1">
                <a:solidFill>
                  <a:srgbClr val="111827"/>
                </a:solidFill>
                <a:latin typeface="Arial"/>
                <a:ea typeface="Arial"/>
                <a:cs typeface="Arial"/>
              </a:defRPr>
            </a:lvl5pPr>
            <a:lvl6pPr algn="l">
              <a:defRPr sz="2025" b="1">
                <a:solidFill>
                  <a:srgbClr val="111827"/>
                </a:solidFill>
                <a:latin typeface="Arial"/>
                <a:ea typeface="Arial"/>
                <a:cs typeface="Arial"/>
              </a:defRPr>
            </a:lvl6pPr>
            <a:lvl7pPr algn="l">
              <a:defRPr sz="2025" b="1">
                <a:solidFill>
                  <a:srgbClr val="111827"/>
                </a:solidFill>
                <a:latin typeface="Arial"/>
                <a:ea typeface="Arial"/>
                <a:cs typeface="Arial"/>
              </a:defRPr>
            </a:lvl7pPr>
            <a:lvl8pPr algn="l">
              <a:defRPr sz="2025" b="1">
                <a:solidFill>
                  <a:srgbClr val="111827"/>
                </a:solidFill>
                <a:latin typeface="Arial"/>
                <a:ea typeface="Arial"/>
                <a:cs typeface="Arial"/>
              </a:defRPr>
            </a:lvl8pPr>
            <a:lvl9pPr algn="l">
              <a:defRPr sz="2025" b="1">
                <a:solidFill>
                  <a:srgbClr val="111827"/>
                </a:solidFill>
                <a:latin typeface="Arial"/>
                <a:ea typeface="Arial"/>
                <a:cs typeface="Arial"/>
              </a:defRPr>
            </a:lvl9pPr>
          </a:lstStyle>
          <a:p xmlns:a="http://schemas.openxmlformats.org/drawingml/2006/main">
            <a:pPr algn="l">
              <a:defRPr sz="2025" b="1">
                <a:solidFill>
                  <a:srgbClr val="111827"/>
                </a:solidFill>
                <a:latin typeface="Arial"/>
                <a:ea typeface="Arial"/>
                <a:cs typeface="Arial"/>
              </a:defRPr>
            </a:pPr>
            <a:r>
              <a:rPr sz="2025" b="1">
                <a:solidFill>
                  <a:srgbClr val="111827"/>
                </a:solidFill>
                <a:latin typeface="Arial"/>
                <a:ea typeface="Arial"/>
                <a:cs typeface="Arial"/>
              </a:rPr>
              <a:t>Start focus</a:t>
            </a:r>
          </a:p>
        </p:txBody>
      </p:sp>
      <p:sp>
        <p:nvSpPr>
          <p:cNvPr id="11" name="">
            <a:extLst xmlns:a="http://schemas.openxmlformats.org/drawingml/2006/main">
              <a:ext uri="{FF2B5EF4-FFF2-40B4-BE49-F238E27FC236}">
                <a16:creationId xmlns:a16="http://schemas.microsoft.com/office/drawing/2014/main" id="{650682F2-A884-4C9A-A445-41B261C9A214}"/>
              </a:ext>
            </a:extLst>
          </p:cNvPr>
          <p:cNvSpPr>
            <a:spLocks xmlns:a="http://schemas.openxmlformats.org/drawingml/2006/main" noGrp="1"/>
          </p:cNvSpPr>
          <p:nvPr/>
        </p:nvSpPr>
        <p:spPr>
          <a:xfrm xmlns:a="http://schemas.openxmlformats.org/drawingml/2006/main">
            <a:off x="4552950" y="3581400"/>
            <a:ext cx="2781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26174"/>
                </a:solidFill>
                <a:latin typeface="Arial"/>
                <a:ea typeface="Arial"/>
                <a:cs typeface="Arial"/>
              </a:defRPr>
            </a:defPPr>
            <a:lvl1pPr algn="l">
              <a:defRPr sz="1425" b="0">
                <a:solidFill>
                  <a:srgbClr val="526174"/>
                </a:solidFill>
                <a:latin typeface="Arial"/>
                <a:ea typeface="Arial"/>
                <a:cs typeface="Arial"/>
              </a:defRPr>
            </a:lvl1pPr>
            <a:lvl2pPr algn="l">
              <a:defRPr sz="1425" b="0">
                <a:solidFill>
                  <a:srgbClr val="526174"/>
                </a:solidFill>
                <a:latin typeface="Arial"/>
                <a:ea typeface="Arial"/>
                <a:cs typeface="Arial"/>
              </a:defRPr>
            </a:lvl2pPr>
            <a:lvl3pPr algn="l">
              <a:defRPr sz="1425" b="0">
                <a:solidFill>
                  <a:srgbClr val="526174"/>
                </a:solidFill>
                <a:latin typeface="Arial"/>
                <a:ea typeface="Arial"/>
                <a:cs typeface="Arial"/>
              </a:defRPr>
            </a:lvl3pPr>
            <a:lvl4pPr algn="l">
              <a:defRPr sz="1425" b="0">
                <a:solidFill>
                  <a:srgbClr val="526174"/>
                </a:solidFill>
                <a:latin typeface="Arial"/>
                <a:ea typeface="Arial"/>
                <a:cs typeface="Arial"/>
              </a:defRPr>
            </a:lvl4pPr>
            <a:lvl5pPr algn="l">
              <a:defRPr sz="1425" b="0">
                <a:solidFill>
                  <a:srgbClr val="526174"/>
                </a:solidFill>
                <a:latin typeface="Arial"/>
                <a:ea typeface="Arial"/>
                <a:cs typeface="Arial"/>
              </a:defRPr>
            </a:lvl5pPr>
            <a:lvl6pPr algn="l">
              <a:defRPr sz="1425" b="0">
                <a:solidFill>
                  <a:srgbClr val="526174"/>
                </a:solidFill>
                <a:latin typeface="Arial"/>
                <a:ea typeface="Arial"/>
                <a:cs typeface="Arial"/>
              </a:defRPr>
            </a:lvl6pPr>
            <a:lvl7pPr algn="l">
              <a:defRPr sz="1425" b="0">
                <a:solidFill>
                  <a:srgbClr val="526174"/>
                </a:solidFill>
                <a:latin typeface="Arial"/>
                <a:ea typeface="Arial"/>
                <a:cs typeface="Arial"/>
              </a:defRPr>
            </a:lvl7pPr>
            <a:lvl8pPr algn="l">
              <a:defRPr sz="1425" b="0">
                <a:solidFill>
                  <a:srgbClr val="526174"/>
                </a:solidFill>
                <a:latin typeface="Arial"/>
                <a:ea typeface="Arial"/>
                <a:cs typeface="Arial"/>
              </a:defRPr>
            </a:lvl8pPr>
            <a:lvl9pPr algn="l">
              <a:defRPr sz="1425" b="0">
                <a:solidFill>
                  <a:srgbClr val="526174"/>
                </a:solidFill>
                <a:latin typeface="Arial"/>
                <a:ea typeface="Arial"/>
                <a:cs typeface="Arial"/>
              </a:defRPr>
            </a:lvl9pPr>
          </a:lstStyle>
          <a:p xmlns:a="http://schemas.openxmlformats.org/drawingml/2006/main">
            <a:pPr algn="l">
              <a:lnSpc>
                <a:spcPct val="114000"/>
              </a:lnSpc>
              <a:buNone/>
              <a:defRPr sz="1425" b="0">
                <a:solidFill>
                  <a:srgbClr val="526174"/>
                </a:solidFill>
                <a:latin typeface="Arial"/>
                <a:ea typeface="Arial"/>
                <a:cs typeface="Arial"/>
              </a:defRPr>
            </a:pPr>
            <a:r>
              <a:rPr sz="1425" b="0">
                <a:solidFill>
                  <a:srgbClr val="526174"/>
                </a:solidFill>
                <a:latin typeface="Arial"/>
                <a:ea typeface="Arial"/>
                <a:cs typeface="Arial"/>
              </a:rPr>
              <a:t>Use a timer or schedule. Optional Android Do Not Disturb can silence alerts.</a:t>
            </a:r>
          </a:p>
        </p:txBody>
      </p:sp>
      <p:sp>
        <p:nvSpPr>
          <p:cNvPr id="12" name="">
            <a:extLst xmlns:a="http://schemas.openxmlformats.org/drawingml/2006/main">
              <a:ext uri="{FF2B5EF4-FFF2-40B4-BE49-F238E27FC236}">
                <a16:creationId xmlns:a16="http://schemas.microsoft.com/office/drawing/2014/main" id="{ECE8745E-983E-40A3-B6A3-6AB9B236E710}"/>
              </a:ext>
            </a:extLst>
          </p:cNvPr>
          <p:cNvSpPr>
            <a:spLocks xmlns:a="http://schemas.openxmlformats.org/drawingml/2006/main" noGrp="1"/>
          </p:cNvSpPr>
          <p:nvPr/>
        </p:nvSpPr>
        <p:spPr>
          <a:xfrm xmlns:a="http://schemas.openxmlformats.org/drawingml/2006/main">
            <a:off x="8229600" y="2038350"/>
            <a:ext cx="2781300" cy="47625"/>
          </a:xfrm>
          <a:prstGeom xmlns:a="http://schemas.openxmlformats.org/drawingml/2006/main" prst="rect">
            <a:avLst/>
          </a:prstGeom>
          <a:solidFill xmlns:a="http://schemas.openxmlformats.org/drawingml/2006/main">
            <a:srgbClr val="E6A23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F9B80EC-19C5-4DC1-AC78-68284F6E4101}"/>
              </a:ext>
            </a:extLst>
          </p:cNvPr>
          <p:cNvSpPr>
            <a:spLocks xmlns:a="http://schemas.openxmlformats.org/drawingml/2006/main" noGrp="1"/>
          </p:cNvSpPr>
          <p:nvPr/>
        </p:nvSpPr>
        <p:spPr>
          <a:xfrm xmlns:a="http://schemas.openxmlformats.org/drawingml/2006/main">
            <a:off x="8229600" y="23050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E6A23C"/>
                </a:solidFill>
                <a:latin typeface="Arial"/>
                <a:ea typeface="Arial"/>
                <a:cs typeface="Arial"/>
              </a:defRPr>
            </a:defPPr>
            <a:lvl1pPr algn="l">
              <a:defRPr sz="2700" b="1">
                <a:solidFill>
                  <a:srgbClr val="E6A23C"/>
                </a:solidFill>
                <a:latin typeface="Arial"/>
                <a:ea typeface="Arial"/>
                <a:cs typeface="Arial"/>
              </a:defRPr>
            </a:lvl1pPr>
            <a:lvl2pPr algn="l">
              <a:defRPr sz="2700" b="1">
                <a:solidFill>
                  <a:srgbClr val="E6A23C"/>
                </a:solidFill>
                <a:latin typeface="Arial"/>
                <a:ea typeface="Arial"/>
                <a:cs typeface="Arial"/>
              </a:defRPr>
            </a:lvl2pPr>
            <a:lvl3pPr algn="l">
              <a:defRPr sz="2700" b="1">
                <a:solidFill>
                  <a:srgbClr val="E6A23C"/>
                </a:solidFill>
                <a:latin typeface="Arial"/>
                <a:ea typeface="Arial"/>
                <a:cs typeface="Arial"/>
              </a:defRPr>
            </a:lvl3pPr>
            <a:lvl4pPr algn="l">
              <a:defRPr sz="2700" b="1">
                <a:solidFill>
                  <a:srgbClr val="E6A23C"/>
                </a:solidFill>
                <a:latin typeface="Arial"/>
                <a:ea typeface="Arial"/>
                <a:cs typeface="Arial"/>
              </a:defRPr>
            </a:lvl4pPr>
            <a:lvl5pPr algn="l">
              <a:defRPr sz="2700" b="1">
                <a:solidFill>
                  <a:srgbClr val="E6A23C"/>
                </a:solidFill>
                <a:latin typeface="Arial"/>
                <a:ea typeface="Arial"/>
                <a:cs typeface="Arial"/>
              </a:defRPr>
            </a:lvl5pPr>
            <a:lvl6pPr algn="l">
              <a:defRPr sz="2700" b="1">
                <a:solidFill>
                  <a:srgbClr val="E6A23C"/>
                </a:solidFill>
                <a:latin typeface="Arial"/>
                <a:ea typeface="Arial"/>
                <a:cs typeface="Arial"/>
              </a:defRPr>
            </a:lvl6pPr>
            <a:lvl7pPr algn="l">
              <a:defRPr sz="2700" b="1">
                <a:solidFill>
                  <a:srgbClr val="E6A23C"/>
                </a:solidFill>
                <a:latin typeface="Arial"/>
                <a:ea typeface="Arial"/>
                <a:cs typeface="Arial"/>
              </a:defRPr>
            </a:lvl7pPr>
            <a:lvl8pPr algn="l">
              <a:defRPr sz="2700" b="1">
                <a:solidFill>
                  <a:srgbClr val="E6A23C"/>
                </a:solidFill>
                <a:latin typeface="Arial"/>
                <a:ea typeface="Arial"/>
                <a:cs typeface="Arial"/>
              </a:defRPr>
            </a:lvl8pPr>
            <a:lvl9pPr algn="l">
              <a:defRPr sz="2700" b="1">
                <a:solidFill>
                  <a:srgbClr val="E6A23C"/>
                </a:solidFill>
                <a:latin typeface="Arial"/>
                <a:ea typeface="Arial"/>
                <a:cs typeface="Arial"/>
              </a:defRPr>
            </a:lvl9pPr>
          </a:lstStyle>
          <a:p xmlns:a="http://schemas.openxmlformats.org/drawingml/2006/main">
            <a:pPr algn="l">
              <a:defRPr sz="2700" b="1">
                <a:solidFill>
                  <a:srgbClr val="E6A23C"/>
                </a:solidFill>
                <a:latin typeface="Arial"/>
                <a:ea typeface="Arial"/>
                <a:cs typeface="Arial"/>
              </a:defRPr>
            </a:pPr>
            <a:r>
              <a:rPr sz="2700" b="1">
                <a:solidFill>
                  <a:srgbClr val="E6A23C"/>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7937956F-45F5-4E6E-B1AE-7F418B5B65FB}"/>
              </a:ext>
            </a:extLst>
          </p:cNvPr>
          <p:cNvSpPr>
            <a:spLocks xmlns:a="http://schemas.openxmlformats.org/drawingml/2006/main" noGrp="1"/>
          </p:cNvSpPr>
          <p:nvPr/>
        </p:nvSpPr>
        <p:spPr>
          <a:xfrm xmlns:a="http://schemas.openxmlformats.org/drawingml/2006/main">
            <a:off x="8229600" y="304800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111827"/>
                </a:solidFill>
                <a:latin typeface="Arial"/>
                <a:ea typeface="Arial"/>
                <a:cs typeface="Arial"/>
              </a:defRPr>
            </a:defPPr>
            <a:lvl1pPr algn="l">
              <a:defRPr sz="2025" b="1">
                <a:solidFill>
                  <a:srgbClr val="111827"/>
                </a:solidFill>
                <a:latin typeface="Arial"/>
                <a:ea typeface="Arial"/>
                <a:cs typeface="Arial"/>
              </a:defRPr>
            </a:lvl1pPr>
            <a:lvl2pPr algn="l">
              <a:defRPr sz="2025" b="1">
                <a:solidFill>
                  <a:srgbClr val="111827"/>
                </a:solidFill>
                <a:latin typeface="Arial"/>
                <a:ea typeface="Arial"/>
                <a:cs typeface="Arial"/>
              </a:defRPr>
            </a:lvl2pPr>
            <a:lvl3pPr algn="l">
              <a:defRPr sz="2025" b="1">
                <a:solidFill>
                  <a:srgbClr val="111827"/>
                </a:solidFill>
                <a:latin typeface="Arial"/>
                <a:ea typeface="Arial"/>
                <a:cs typeface="Arial"/>
              </a:defRPr>
            </a:lvl3pPr>
            <a:lvl4pPr algn="l">
              <a:defRPr sz="2025" b="1">
                <a:solidFill>
                  <a:srgbClr val="111827"/>
                </a:solidFill>
                <a:latin typeface="Arial"/>
                <a:ea typeface="Arial"/>
                <a:cs typeface="Arial"/>
              </a:defRPr>
            </a:lvl4pPr>
            <a:lvl5pPr algn="l">
              <a:defRPr sz="2025" b="1">
                <a:solidFill>
                  <a:srgbClr val="111827"/>
                </a:solidFill>
                <a:latin typeface="Arial"/>
                <a:ea typeface="Arial"/>
                <a:cs typeface="Arial"/>
              </a:defRPr>
            </a:lvl5pPr>
            <a:lvl6pPr algn="l">
              <a:defRPr sz="2025" b="1">
                <a:solidFill>
                  <a:srgbClr val="111827"/>
                </a:solidFill>
                <a:latin typeface="Arial"/>
                <a:ea typeface="Arial"/>
                <a:cs typeface="Arial"/>
              </a:defRPr>
            </a:lvl6pPr>
            <a:lvl7pPr algn="l">
              <a:defRPr sz="2025" b="1">
                <a:solidFill>
                  <a:srgbClr val="111827"/>
                </a:solidFill>
                <a:latin typeface="Arial"/>
                <a:ea typeface="Arial"/>
                <a:cs typeface="Arial"/>
              </a:defRPr>
            </a:lvl7pPr>
            <a:lvl8pPr algn="l">
              <a:defRPr sz="2025" b="1">
                <a:solidFill>
                  <a:srgbClr val="111827"/>
                </a:solidFill>
                <a:latin typeface="Arial"/>
                <a:ea typeface="Arial"/>
                <a:cs typeface="Arial"/>
              </a:defRPr>
            </a:lvl8pPr>
            <a:lvl9pPr algn="l">
              <a:defRPr sz="2025" b="1">
                <a:solidFill>
                  <a:srgbClr val="111827"/>
                </a:solidFill>
                <a:latin typeface="Arial"/>
                <a:ea typeface="Arial"/>
                <a:cs typeface="Arial"/>
              </a:defRPr>
            </a:lvl9pPr>
          </a:lstStyle>
          <a:p xmlns:a="http://schemas.openxmlformats.org/drawingml/2006/main">
            <a:pPr algn="l">
              <a:defRPr sz="2025" b="1">
                <a:solidFill>
                  <a:srgbClr val="111827"/>
                </a:solidFill>
                <a:latin typeface="Arial"/>
                <a:ea typeface="Arial"/>
                <a:cs typeface="Arial"/>
              </a:defRPr>
            </a:pPr>
            <a:r>
              <a:rPr sz="2025" b="1">
                <a:solidFill>
                  <a:srgbClr val="111827"/>
                </a:solidFill>
                <a:latin typeface="Arial"/>
                <a:ea typeface="Arial"/>
                <a:cs typeface="Arial"/>
              </a:rPr>
              <a:t>Review the Inbox</a:t>
            </a:r>
          </a:p>
        </p:txBody>
      </p:sp>
      <p:sp>
        <p:nvSpPr>
          <p:cNvPr id="15" name="">
            <a:extLst xmlns:a="http://schemas.openxmlformats.org/drawingml/2006/main">
              <a:ext uri="{FF2B5EF4-FFF2-40B4-BE49-F238E27FC236}">
                <a16:creationId xmlns:a16="http://schemas.microsoft.com/office/drawing/2014/main" id="{28C4CD01-FEAD-4ACA-ABD3-49B8BAD54788}"/>
              </a:ext>
            </a:extLst>
          </p:cNvPr>
          <p:cNvSpPr>
            <a:spLocks xmlns:a="http://schemas.openxmlformats.org/drawingml/2006/main" noGrp="1"/>
          </p:cNvSpPr>
          <p:nvPr/>
        </p:nvSpPr>
        <p:spPr>
          <a:xfrm xmlns:a="http://schemas.openxmlformats.org/drawingml/2006/main">
            <a:off x="8229600" y="3581400"/>
            <a:ext cx="2781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26174"/>
                </a:solidFill>
                <a:latin typeface="Arial"/>
                <a:ea typeface="Arial"/>
                <a:cs typeface="Arial"/>
              </a:defRPr>
            </a:defPPr>
            <a:lvl1pPr algn="l">
              <a:defRPr sz="1425" b="0">
                <a:solidFill>
                  <a:srgbClr val="526174"/>
                </a:solidFill>
                <a:latin typeface="Arial"/>
                <a:ea typeface="Arial"/>
                <a:cs typeface="Arial"/>
              </a:defRPr>
            </a:lvl1pPr>
            <a:lvl2pPr algn="l">
              <a:defRPr sz="1425" b="0">
                <a:solidFill>
                  <a:srgbClr val="526174"/>
                </a:solidFill>
                <a:latin typeface="Arial"/>
                <a:ea typeface="Arial"/>
                <a:cs typeface="Arial"/>
              </a:defRPr>
            </a:lvl2pPr>
            <a:lvl3pPr algn="l">
              <a:defRPr sz="1425" b="0">
                <a:solidFill>
                  <a:srgbClr val="526174"/>
                </a:solidFill>
                <a:latin typeface="Arial"/>
                <a:ea typeface="Arial"/>
                <a:cs typeface="Arial"/>
              </a:defRPr>
            </a:lvl3pPr>
            <a:lvl4pPr algn="l">
              <a:defRPr sz="1425" b="0">
                <a:solidFill>
                  <a:srgbClr val="526174"/>
                </a:solidFill>
                <a:latin typeface="Arial"/>
                <a:ea typeface="Arial"/>
                <a:cs typeface="Arial"/>
              </a:defRPr>
            </a:lvl4pPr>
            <a:lvl5pPr algn="l">
              <a:defRPr sz="1425" b="0">
                <a:solidFill>
                  <a:srgbClr val="526174"/>
                </a:solidFill>
                <a:latin typeface="Arial"/>
                <a:ea typeface="Arial"/>
                <a:cs typeface="Arial"/>
              </a:defRPr>
            </a:lvl5pPr>
            <a:lvl6pPr algn="l">
              <a:defRPr sz="1425" b="0">
                <a:solidFill>
                  <a:srgbClr val="526174"/>
                </a:solidFill>
                <a:latin typeface="Arial"/>
                <a:ea typeface="Arial"/>
                <a:cs typeface="Arial"/>
              </a:defRPr>
            </a:lvl6pPr>
            <a:lvl7pPr algn="l">
              <a:defRPr sz="1425" b="0">
                <a:solidFill>
                  <a:srgbClr val="526174"/>
                </a:solidFill>
                <a:latin typeface="Arial"/>
                <a:ea typeface="Arial"/>
                <a:cs typeface="Arial"/>
              </a:defRPr>
            </a:lvl7pPr>
            <a:lvl8pPr algn="l">
              <a:defRPr sz="1425" b="0">
                <a:solidFill>
                  <a:srgbClr val="526174"/>
                </a:solidFill>
                <a:latin typeface="Arial"/>
                <a:ea typeface="Arial"/>
                <a:cs typeface="Arial"/>
              </a:defRPr>
            </a:lvl8pPr>
            <a:lvl9pPr algn="l">
              <a:defRPr sz="1425" b="0">
                <a:solidFill>
                  <a:srgbClr val="526174"/>
                </a:solidFill>
                <a:latin typeface="Arial"/>
                <a:ea typeface="Arial"/>
                <a:cs typeface="Arial"/>
              </a:defRPr>
            </a:lvl9pPr>
          </a:lstStyle>
          <a:p xmlns:a="http://schemas.openxmlformats.org/drawingml/2006/main">
            <a:pPr algn="l">
              <a:lnSpc>
                <a:spcPct val="114000"/>
              </a:lnSpc>
              <a:buNone/>
              <a:defRPr sz="1425" b="0">
                <a:solidFill>
                  <a:srgbClr val="526174"/>
                </a:solidFill>
                <a:latin typeface="Arial"/>
                <a:ea typeface="Arial"/>
                <a:cs typeface="Arial"/>
              </a:defRPr>
            </a:pPr>
            <a:r>
              <a:rPr sz="1425" b="0">
                <a:solidFill>
                  <a:srgbClr val="526174"/>
                </a:solidFill>
                <a:latin typeface="Arial"/>
                <a:ea typeface="Arial"/>
                <a:cs typeface="Arial"/>
              </a:rPr>
              <a:t>See held alerts and the reason. Pause or end focus when needed.</a:t>
            </a:r>
          </a:p>
        </p:txBody>
      </p:sp>
      <p:sp>
        <p:nvSpPr>
          <p:cNvPr id="16" name="">
            <a:extLst xmlns:a="http://schemas.openxmlformats.org/drawingml/2006/main">
              <a:ext uri="{FF2B5EF4-FFF2-40B4-BE49-F238E27FC236}">
                <a16:creationId xmlns:a16="http://schemas.microsoft.com/office/drawing/2014/main" id="{D05A27C5-11E5-42FF-A901-B183752A86A2}"/>
              </a:ext>
            </a:extLst>
          </p:cNvPr>
          <p:cNvSpPr>
            <a:spLocks xmlns:a="http://schemas.openxmlformats.org/drawingml/2006/main" noGrp="1"/>
          </p:cNvSpPr>
          <p:nvPr/>
        </p:nvSpPr>
        <p:spPr>
          <a:xfrm xmlns:a="http://schemas.openxmlformats.org/drawingml/2006/main">
            <a:off x="685800" y="5010150"/>
            <a:ext cx="333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E56B5D"/>
                </a:solidFill>
                <a:latin typeface="Arial"/>
                <a:ea typeface="Arial"/>
                <a:cs typeface="Arial"/>
              </a:defRPr>
            </a:defPPr>
            <a:lvl1pPr algn="l">
              <a:defRPr sz="1050" b="1">
                <a:solidFill>
                  <a:srgbClr val="E56B5D"/>
                </a:solidFill>
                <a:latin typeface="Arial"/>
                <a:ea typeface="Arial"/>
                <a:cs typeface="Arial"/>
              </a:defRPr>
            </a:lvl1pPr>
            <a:lvl2pPr algn="l">
              <a:defRPr sz="1050" b="1">
                <a:solidFill>
                  <a:srgbClr val="E56B5D"/>
                </a:solidFill>
                <a:latin typeface="Arial"/>
                <a:ea typeface="Arial"/>
                <a:cs typeface="Arial"/>
              </a:defRPr>
            </a:lvl2pPr>
            <a:lvl3pPr algn="l">
              <a:defRPr sz="1050" b="1">
                <a:solidFill>
                  <a:srgbClr val="E56B5D"/>
                </a:solidFill>
                <a:latin typeface="Arial"/>
                <a:ea typeface="Arial"/>
                <a:cs typeface="Arial"/>
              </a:defRPr>
            </a:lvl3pPr>
            <a:lvl4pPr algn="l">
              <a:defRPr sz="1050" b="1">
                <a:solidFill>
                  <a:srgbClr val="E56B5D"/>
                </a:solidFill>
                <a:latin typeface="Arial"/>
                <a:ea typeface="Arial"/>
                <a:cs typeface="Arial"/>
              </a:defRPr>
            </a:lvl4pPr>
            <a:lvl5pPr algn="l">
              <a:defRPr sz="1050" b="1">
                <a:solidFill>
                  <a:srgbClr val="E56B5D"/>
                </a:solidFill>
                <a:latin typeface="Arial"/>
                <a:ea typeface="Arial"/>
                <a:cs typeface="Arial"/>
              </a:defRPr>
            </a:lvl5pPr>
            <a:lvl6pPr algn="l">
              <a:defRPr sz="1050" b="1">
                <a:solidFill>
                  <a:srgbClr val="E56B5D"/>
                </a:solidFill>
                <a:latin typeface="Arial"/>
                <a:ea typeface="Arial"/>
                <a:cs typeface="Arial"/>
              </a:defRPr>
            </a:lvl6pPr>
            <a:lvl7pPr algn="l">
              <a:defRPr sz="1050" b="1">
                <a:solidFill>
                  <a:srgbClr val="E56B5D"/>
                </a:solidFill>
                <a:latin typeface="Arial"/>
                <a:ea typeface="Arial"/>
                <a:cs typeface="Arial"/>
              </a:defRPr>
            </a:lvl7pPr>
            <a:lvl8pPr algn="l">
              <a:defRPr sz="1050" b="1">
                <a:solidFill>
                  <a:srgbClr val="E56B5D"/>
                </a:solidFill>
                <a:latin typeface="Arial"/>
                <a:ea typeface="Arial"/>
                <a:cs typeface="Arial"/>
              </a:defRPr>
            </a:lvl8pPr>
            <a:lvl9pPr algn="l">
              <a:defRPr sz="1050" b="1">
                <a:solidFill>
                  <a:srgbClr val="E56B5D"/>
                </a:solidFill>
                <a:latin typeface="Arial"/>
                <a:ea typeface="Arial"/>
                <a:cs typeface="Arial"/>
              </a:defRPr>
            </a:lvl9pPr>
          </a:lstStyle>
          <a:p xmlns:a="http://schemas.openxmlformats.org/drawingml/2006/main">
            <a:pPr algn="l">
              <a:defRPr sz="1050" b="1">
                <a:solidFill>
                  <a:srgbClr val="E56B5D"/>
                </a:solidFill>
                <a:latin typeface="Arial"/>
                <a:ea typeface="Arial"/>
                <a:cs typeface="Arial"/>
              </a:defRPr>
            </a:pPr>
            <a:r>
              <a:rPr sz="1050" b="1">
                <a:solidFill>
                  <a:srgbClr val="E56B5D"/>
                </a:solidFill>
                <a:latin typeface="Arial"/>
                <a:ea typeface="Arial"/>
                <a:cs typeface="Arial"/>
              </a:rPr>
              <a:t>ANDROID LIMIT TO KNOW</a:t>
            </a:r>
          </a:p>
        </p:txBody>
      </p:sp>
      <p:sp>
        <p:nvSpPr>
          <p:cNvPr id="17" name="">
            <a:extLst xmlns:a="http://schemas.openxmlformats.org/drawingml/2006/main">
              <a:ext uri="{FF2B5EF4-FFF2-40B4-BE49-F238E27FC236}">
                <a16:creationId xmlns:a16="http://schemas.microsoft.com/office/drawing/2014/main" id="{2577FDE4-2687-464F-80B0-005ECD85DB19}"/>
              </a:ext>
            </a:extLst>
          </p:cNvPr>
          <p:cNvSpPr>
            <a:spLocks xmlns:a="http://schemas.openxmlformats.org/drawingml/2006/main" noGrp="1"/>
          </p:cNvSpPr>
          <p:nvPr/>
        </p:nvSpPr>
        <p:spPr>
          <a:xfrm xmlns:a="http://schemas.openxmlformats.org/drawingml/2006/main">
            <a:off x="685800" y="5295900"/>
            <a:ext cx="1038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111827"/>
                </a:solidFill>
                <a:latin typeface="Arial"/>
                <a:ea typeface="Arial"/>
                <a:cs typeface="Arial"/>
              </a:defRPr>
            </a:defPPr>
            <a:lvl1pPr algn="l">
              <a:defRPr sz="1425" b="0">
                <a:solidFill>
                  <a:srgbClr val="111827"/>
                </a:solidFill>
                <a:latin typeface="Arial"/>
                <a:ea typeface="Arial"/>
                <a:cs typeface="Arial"/>
              </a:defRPr>
            </a:lvl1pPr>
            <a:lvl2pPr algn="l">
              <a:defRPr sz="1425" b="0">
                <a:solidFill>
                  <a:srgbClr val="111827"/>
                </a:solidFill>
                <a:latin typeface="Arial"/>
                <a:ea typeface="Arial"/>
                <a:cs typeface="Arial"/>
              </a:defRPr>
            </a:lvl2pPr>
            <a:lvl3pPr algn="l">
              <a:defRPr sz="1425" b="0">
                <a:solidFill>
                  <a:srgbClr val="111827"/>
                </a:solidFill>
                <a:latin typeface="Arial"/>
                <a:ea typeface="Arial"/>
                <a:cs typeface="Arial"/>
              </a:defRPr>
            </a:lvl3pPr>
            <a:lvl4pPr algn="l">
              <a:defRPr sz="1425" b="0">
                <a:solidFill>
                  <a:srgbClr val="111827"/>
                </a:solidFill>
                <a:latin typeface="Arial"/>
                <a:ea typeface="Arial"/>
                <a:cs typeface="Arial"/>
              </a:defRPr>
            </a:lvl4pPr>
            <a:lvl5pPr algn="l">
              <a:defRPr sz="1425" b="0">
                <a:solidFill>
                  <a:srgbClr val="111827"/>
                </a:solidFill>
                <a:latin typeface="Arial"/>
                <a:ea typeface="Arial"/>
                <a:cs typeface="Arial"/>
              </a:defRPr>
            </a:lvl5pPr>
            <a:lvl6pPr algn="l">
              <a:defRPr sz="1425" b="0">
                <a:solidFill>
                  <a:srgbClr val="111827"/>
                </a:solidFill>
                <a:latin typeface="Arial"/>
                <a:ea typeface="Arial"/>
                <a:cs typeface="Arial"/>
              </a:defRPr>
            </a:lvl6pPr>
            <a:lvl7pPr algn="l">
              <a:defRPr sz="1425" b="0">
                <a:solidFill>
                  <a:srgbClr val="111827"/>
                </a:solidFill>
                <a:latin typeface="Arial"/>
                <a:ea typeface="Arial"/>
                <a:cs typeface="Arial"/>
              </a:defRPr>
            </a:lvl7pPr>
            <a:lvl8pPr algn="l">
              <a:defRPr sz="1425" b="0">
                <a:solidFill>
                  <a:srgbClr val="111827"/>
                </a:solidFill>
                <a:latin typeface="Arial"/>
                <a:ea typeface="Arial"/>
                <a:cs typeface="Arial"/>
              </a:defRPr>
            </a:lvl8pPr>
            <a:lvl9pPr algn="l">
              <a:defRPr sz="1425" b="0">
                <a:solidFill>
                  <a:srgbClr val="111827"/>
                </a:solidFill>
                <a:latin typeface="Arial"/>
                <a:ea typeface="Arial"/>
                <a:cs typeface="Arial"/>
              </a:defRPr>
            </a:lvl9pPr>
          </a:lstStyle>
          <a:p xmlns:a="http://schemas.openxmlformats.org/drawingml/2006/main">
            <a:pPr algn="l">
              <a:lnSpc>
                <a:spcPct val="115000"/>
              </a:lnSpc>
              <a:buNone/>
              <a:defRPr sz="1425" b="0">
                <a:solidFill>
                  <a:srgbClr val="111827"/>
                </a:solidFill>
                <a:latin typeface="Arial"/>
                <a:ea typeface="Arial"/>
                <a:cs typeface="Arial"/>
              </a:defRPr>
            </a:pPr>
            <a:r>
              <a:rPr sz="1425" b="0">
                <a:solidFill>
                  <a:srgbClr val="111827"/>
                </a:solidFill>
                <a:latin typeface="Arial"/>
                <a:ea typeface="Arial"/>
                <a:cs typeface="Arial"/>
              </a:rPr>
              <a:t>The listener acts after Android posts an alert. A brief flash is possible; DND can help silence sound, vibration and heads-up.</a:t>
            </a:r>
          </a:p>
        </p:txBody>
      </p:sp>
    </p:spTree>
    <p:extLst>
      <p:ext uri="{BB962C8B-B14F-4D97-AF65-F5344CB8AC3E}">
        <p14:creationId xmlns:p14="http://schemas.microsoft.com/office/powerpoint/2010/main" val="1355703776"/>
      </p:ext>
    </p:extLst>
  </p:cSld>
</p:sld>
</file>

<file path=ppt/slides/slide4.xml><?xml version="1.0" encoding="utf-8"?>
<p:sld xmlns:p="http://schemas.openxmlformats.org/presentationml/2006/main">
  <p:cSld>
    <p:bg>
      <p:bgPr>
        <a:solidFill xmlns:a="http://schemas.openxmlformats.org/drawingml/2006/main">
          <a:srgbClr val="101B2D"/>
        </a:solidFill>
      </p:bgPr>
    </p:bg>
    <p:spTree>
      <p:nvGrpSpPr>
        <p:cNvPr id="1" name=""/>
        <p:cNvGrpSpPr/>
        <p:nvPr/>
      </p:nvGrpSpPr>
      <p:grpSpPr>
        <a:xfrm xmlns:a="http://schemas.openxmlformats.org/drawingml/2006/main"/>
      </p:grpSpPr>
      <p:sp>
        <p:nvSpPr>
          <p:cNvPr id="25" name="section">
            <a:extLst xmlns:a="http://schemas.openxmlformats.org/drawingml/2006/main">
              <a:ext uri="{FF2B5EF4-FFF2-40B4-BE49-F238E27FC236}">
                <a16:creationId xmlns:a16="http://schemas.microsoft.com/office/drawing/2014/main" id="{C232A56E-4779-4788-8D4A-480D735CD887}"/>
              </a:ext>
            </a:extLst>
          </p:cNvPr>
          <p:cNvSpPr>
            <a:spLocks xmlns:a="http://schemas.openxmlformats.org/drawingml/2006/main" noGrp="1"/>
          </p:cNvSpPr>
          <p:nvPr/>
        </p:nvSpPr>
        <p:spPr>
          <a:xfrm xmlns:a="http://schemas.openxmlformats.org/drawingml/2006/main">
            <a:off x="685800" y="3619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AFC0D1"/>
                </a:solidFill>
                <a:latin typeface="Arial"/>
                <a:ea typeface="Arial"/>
                <a:cs typeface="Arial"/>
              </a:defRPr>
            </a:defPPr>
            <a:lvl1pPr algn="l">
              <a:defRPr sz="1050" b="1">
                <a:solidFill>
                  <a:srgbClr val="AFC0D1"/>
                </a:solidFill>
                <a:latin typeface="Arial"/>
                <a:ea typeface="Arial"/>
                <a:cs typeface="Arial"/>
              </a:defRPr>
            </a:lvl1pPr>
            <a:lvl2pPr algn="l">
              <a:defRPr sz="1050" b="1">
                <a:solidFill>
                  <a:srgbClr val="AFC0D1"/>
                </a:solidFill>
                <a:latin typeface="Arial"/>
                <a:ea typeface="Arial"/>
                <a:cs typeface="Arial"/>
              </a:defRPr>
            </a:lvl2pPr>
            <a:lvl3pPr algn="l">
              <a:defRPr sz="1050" b="1">
                <a:solidFill>
                  <a:srgbClr val="AFC0D1"/>
                </a:solidFill>
                <a:latin typeface="Arial"/>
                <a:ea typeface="Arial"/>
                <a:cs typeface="Arial"/>
              </a:defRPr>
            </a:lvl3pPr>
            <a:lvl4pPr algn="l">
              <a:defRPr sz="1050" b="1">
                <a:solidFill>
                  <a:srgbClr val="AFC0D1"/>
                </a:solidFill>
                <a:latin typeface="Arial"/>
                <a:ea typeface="Arial"/>
                <a:cs typeface="Arial"/>
              </a:defRPr>
            </a:lvl4pPr>
            <a:lvl5pPr algn="l">
              <a:defRPr sz="1050" b="1">
                <a:solidFill>
                  <a:srgbClr val="AFC0D1"/>
                </a:solidFill>
                <a:latin typeface="Arial"/>
                <a:ea typeface="Arial"/>
                <a:cs typeface="Arial"/>
              </a:defRPr>
            </a:lvl5pPr>
            <a:lvl6pPr algn="l">
              <a:defRPr sz="1050" b="1">
                <a:solidFill>
                  <a:srgbClr val="AFC0D1"/>
                </a:solidFill>
                <a:latin typeface="Arial"/>
                <a:ea typeface="Arial"/>
                <a:cs typeface="Arial"/>
              </a:defRPr>
            </a:lvl6pPr>
            <a:lvl7pPr algn="l">
              <a:defRPr sz="1050" b="1">
                <a:solidFill>
                  <a:srgbClr val="AFC0D1"/>
                </a:solidFill>
                <a:latin typeface="Arial"/>
                <a:ea typeface="Arial"/>
                <a:cs typeface="Arial"/>
              </a:defRPr>
            </a:lvl7pPr>
            <a:lvl8pPr algn="l">
              <a:defRPr sz="1050" b="1">
                <a:solidFill>
                  <a:srgbClr val="AFC0D1"/>
                </a:solidFill>
                <a:latin typeface="Arial"/>
                <a:ea typeface="Arial"/>
                <a:cs typeface="Arial"/>
              </a:defRPr>
            </a:lvl8pPr>
            <a:lvl9pPr algn="l">
              <a:defRPr sz="1050" b="1">
                <a:solidFill>
                  <a:srgbClr val="AFC0D1"/>
                </a:solidFill>
                <a:latin typeface="Arial"/>
                <a:ea typeface="Arial"/>
                <a:cs typeface="Arial"/>
              </a:defRPr>
            </a:lvl9pPr>
          </a:lstStyle>
          <a:p xmlns:a="http://schemas.openxmlformats.org/drawingml/2006/main">
            <a:pPr algn="l">
              <a:defRPr sz="1050" b="1">
                <a:solidFill>
                  <a:srgbClr val="AFC0D1"/>
                </a:solidFill>
                <a:latin typeface="Arial"/>
                <a:ea typeface="Arial"/>
                <a:cs typeface="Arial"/>
              </a:defRPr>
            </a:pPr>
            <a:r>
              <a:rPr sz="1050" b="1">
                <a:solidFill>
                  <a:srgbClr val="AFC0D1"/>
                </a:solidFill>
                <a:latin typeface="Arial"/>
                <a:ea typeface="Arial"/>
                <a:cs typeface="Arial"/>
              </a:rPr>
              <a:t>WHAT IS REAL TODAY — AND WHAT WE STILL NEED TO PROVE</a:t>
            </a:r>
          </a:p>
        </p:txBody>
      </p:sp>
      <p:sp>
        <p:nvSpPr>
          <p:cNvPr id="2" name="slide-number">
            <a:extLst xmlns:a="http://schemas.openxmlformats.org/drawingml/2006/main">
              <a:ext uri="{FF2B5EF4-FFF2-40B4-BE49-F238E27FC236}">
                <a16:creationId xmlns:a16="http://schemas.microsoft.com/office/drawing/2014/main" id="{B141B523-DAC6-40F6-B0E2-F337011DD4E8}"/>
              </a:ext>
            </a:extLst>
          </p:cNvPr>
          <p:cNvSpPr>
            <a:spLocks xmlns:a="http://schemas.openxmlformats.org/drawingml/2006/main" noGrp="1"/>
          </p:cNvSpPr>
          <p:nvPr/>
        </p:nvSpPr>
        <p:spPr>
          <a:xfrm xmlns:a="http://schemas.openxmlformats.org/drawingml/2006/main">
            <a:off x="11087100" y="3619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AFC0D1"/>
                </a:solidFill>
                <a:latin typeface="Arial"/>
                <a:ea typeface="Arial"/>
                <a:cs typeface="Arial"/>
              </a:defRPr>
            </a:defPPr>
            <a:lvl1pPr algn="r">
              <a:defRPr sz="1050" b="1">
                <a:solidFill>
                  <a:srgbClr val="AFC0D1"/>
                </a:solidFill>
                <a:latin typeface="Arial"/>
                <a:ea typeface="Arial"/>
                <a:cs typeface="Arial"/>
              </a:defRPr>
            </a:lvl1pPr>
            <a:lvl2pPr algn="r">
              <a:defRPr sz="1050" b="1">
                <a:solidFill>
                  <a:srgbClr val="AFC0D1"/>
                </a:solidFill>
                <a:latin typeface="Arial"/>
                <a:ea typeface="Arial"/>
                <a:cs typeface="Arial"/>
              </a:defRPr>
            </a:lvl2pPr>
            <a:lvl3pPr algn="r">
              <a:defRPr sz="1050" b="1">
                <a:solidFill>
                  <a:srgbClr val="AFC0D1"/>
                </a:solidFill>
                <a:latin typeface="Arial"/>
                <a:ea typeface="Arial"/>
                <a:cs typeface="Arial"/>
              </a:defRPr>
            </a:lvl3pPr>
            <a:lvl4pPr algn="r">
              <a:defRPr sz="1050" b="1">
                <a:solidFill>
                  <a:srgbClr val="AFC0D1"/>
                </a:solidFill>
                <a:latin typeface="Arial"/>
                <a:ea typeface="Arial"/>
                <a:cs typeface="Arial"/>
              </a:defRPr>
            </a:lvl4pPr>
            <a:lvl5pPr algn="r">
              <a:defRPr sz="1050" b="1">
                <a:solidFill>
                  <a:srgbClr val="AFC0D1"/>
                </a:solidFill>
                <a:latin typeface="Arial"/>
                <a:ea typeface="Arial"/>
                <a:cs typeface="Arial"/>
              </a:defRPr>
            </a:lvl5pPr>
            <a:lvl6pPr algn="r">
              <a:defRPr sz="1050" b="1">
                <a:solidFill>
                  <a:srgbClr val="AFC0D1"/>
                </a:solidFill>
                <a:latin typeface="Arial"/>
                <a:ea typeface="Arial"/>
                <a:cs typeface="Arial"/>
              </a:defRPr>
            </a:lvl6pPr>
            <a:lvl7pPr algn="r">
              <a:defRPr sz="1050" b="1">
                <a:solidFill>
                  <a:srgbClr val="AFC0D1"/>
                </a:solidFill>
                <a:latin typeface="Arial"/>
                <a:ea typeface="Arial"/>
                <a:cs typeface="Arial"/>
              </a:defRPr>
            </a:lvl7pPr>
            <a:lvl8pPr algn="r">
              <a:defRPr sz="1050" b="1">
                <a:solidFill>
                  <a:srgbClr val="AFC0D1"/>
                </a:solidFill>
                <a:latin typeface="Arial"/>
                <a:ea typeface="Arial"/>
                <a:cs typeface="Arial"/>
              </a:defRPr>
            </a:lvl8pPr>
            <a:lvl9pPr algn="r">
              <a:defRPr sz="1050" b="1">
                <a:solidFill>
                  <a:srgbClr val="AFC0D1"/>
                </a:solidFill>
                <a:latin typeface="Arial"/>
                <a:ea typeface="Arial"/>
                <a:cs typeface="Arial"/>
              </a:defRPr>
            </a:lvl9pPr>
          </a:lstStyle>
          <a:p xmlns:a="http://schemas.openxmlformats.org/drawingml/2006/main">
            <a:pPr algn="r">
              <a:defRPr sz="1050" b="1">
                <a:solidFill>
                  <a:srgbClr val="AFC0D1"/>
                </a:solidFill>
                <a:latin typeface="Arial"/>
                <a:ea typeface="Arial"/>
                <a:cs typeface="Arial"/>
              </a:defRPr>
            </a:pPr>
            <a:r>
              <a:rPr sz="1050" b="1">
                <a:solidFill>
                  <a:srgbClr val="AFC0D1"/>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5EE14C6-6C47-453F-AFDF-D18F2EF31BD9}"/>
              </a:ext>
            </a:extLst>
          </p:cNvPr>
          <p:cNvSpPr>
            <a:spLocks xmlns:a="http://schemas.openxmlformats.org/drawingml/2006/main" noGrp="1"/>
          </p:cNvSpPr>
          <p:nvPr/>
        </p:nvSpPr>
        <p:spPr>
          <a:xfrm xmlns:a="http://schemas.openxmlformats.org/drawingml/2006/main">
            <a:off x="685800" y="895350"/>
            <a:ext cx="466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625" b="1">
                <a:solidFill>
                  <a:srgbClr val="FFFFFF"/>
                </a:solidFill>
                <a:latin typeface="Arial"/>
                <a:ea typeface="Arial"/>
                <a:cs typeface="Arial"/>
              </a:defRPr>
            </a:defPPr>
            <a:lvl1pPr algn="l">
              <a:defRPr sz="2625" b="1">
                <a:solidFill>
                  <a:srgbClr val="FFFFFF"/>
                </a:solidFill>
                <a:latin typeface="Arial"/>
                <a:ea typeface="Arial"/>
                <a:cs typeface="Arial"/>
              </a:defRPr>
            </a:lvl1pPr>
            <a:lvl2pPr algn="l">
              <a:defRPr sz="2625" b="1">
                <a:solidFill>
                  <a:srgbClr val="FFFFFF"/>
                </a:solidFill>
                <a:latin typeface="Arial"/>
                <a:ea typeface="Arial"/>
                <a:cs typeface="Arial"/>
              </a:defRPr>
            </a:lvl2pPr>
            <a:lvl3pPr algn="l">
              <a:defRPr sz="2625" b="1">
                <a:solidFill>
                  <a:srgbClr val="FFFFFF"/>
                </a:solidFill>
                <a:latin typeface="Arial"/>
                <a:ea typeface="Arial"/>
                <a:cs typeface="Arial"/>
              </a:defRPr>
            </a:lvl3pPr>
            <a:lvl4pPr algn="l">
              <a:defRPr sz="2625" b="1">
                <a:solidFill>
                  <a:srgbClr val="FFFFFF"/>
                </a:solidFill>
                <a:latin typeface="Arial"/>
                <a:ea typeface="Arial"/>
                <a:cs typeface="Arial"/>
              </a:defRPr>
            </a:lvl4pPr>
            <a:lvl5pPr algn="l">
              <a:defRPr sz="2625" b="1">
                <a:solidFill>
                  <a:srgbClr val="FFFFFF"/>
                </a:solidFill>
                <a:latin typeface="Arial"/>
                <a:ea typeface="Arial"/>
                <a:cs typeface="Arial"/>
              </a:defRPr>
            </a:lvl5pPr>
            <a:lvl6pPr algn="l">
              <a:defRPr sz="2625" b="1">
                <a:solidFill>
                  <a:srgbClr val="FFFFFF"/>
                </a:solidFill>
                <a:latin typeface="Arial"/>
                <a:ea typeface="Arial"/>
                <a:cs typeface="Arial"/>
              </a:defRPr>
            </a:lvl6pPr>
            <a:lvl7pPr algn="l">
              <a:defRPr sz="2625" b="1">
                <a:solidFill>
                  <a:srgbClr val="FFFFFF"/>
                </a:solidFill>
                <a:latin typeface="Arial"/>
                <a:ea typeface="Arial"/>
                <a:cs typeface="Arial"/>
              </a:defRPr>
            </a:lvl7pPr>
            <a:lvl8pPr algn="l">
              <a:defRPr sz="2625" b="1">
                <a:solidFill>
                  <a:srgbClr val="FFFFFF"/>
                </a:solidFill>
                <a:latin typeface="Arial"/>
                <a:ea typeface="Arial"/>
                <a:cs typeface="Arial"/>
              </a:defRPr>
            </a:lvl8pPr>
            <a:lvl9pPr algn="l">
              <a:defRPr sz="2625" b="1">
                <a:solidFill>
                  <a:srgbClr val="FFFFFF"/>
                </a:solidFill>
                <a:latin typeface="Arial"/>
                <a:ea typeface="Arial"/>
                <a:cs typeface="Arial"/>
              </a:defRPr>
            </a:lvl9pPr>
          </a:lstStyle>
          <a:p xmlns:a="http://schemas.openxmlformats.org/drawingml/2006/main">
            <a:pPr algn="l">
              <a:defRPr sz="2625" b="1">
                <a:solidFill>
                  <a:srgbClr val="FFFFFF"/>
                </a:solidFill>
                <a:latin typeface="Arial"/>
                <a:ea typeface="Arial"/>
                <a:cs typeface="Arial"/>
              </a:defRPr>
            </a:pPr>
            <a:r>
              <a:rPr sz="2625" b="1">
                <a:solidFill>
                  <a:srgbClr val="FFFFFF"/>
                </a:solidFill>
                <a:latin typeface="Arial"/>
                <a:ea typeface="Arial"/>
                <a:cs typeface="Arial"/>
              </a:rPr>
              <a:t>Useful now</a:t>
            </a:r>
          </a:p>
        </p:txBody>
      </p:sp>
      <p:sp>
        <p:nvSpPr>
          <p:cNvPr id="4" name="">
            <a:extLst xmlns:a="http://schemas.openxmlformats.org/drawingml/2006/main">
              <a:ext uri="{FF2B5EF4-FFF2-40B4-BE49-F238E27FC236}">
                <a16:creationId xmlns:a16="http://schemas.microsoft.com/office/drawing/2014/main" id="{D43A9FD2-8BB0-41B5-89B4-9F560D3DE075}"/>
              </a:ext>
            </a:extLst>
          </p:cNvPr>
          <p:cNvSpPr>
            <a:spLocks xmlns:a="http://schemas.openxmlformats.org/drawingml/2006/main" noGrp="1"/>
          </p:cNvSpPr>
          <p:nvPr/>
        </p:nvSpPr>
        <p:spPr>
          <a:xfrm xmlns:a="http://schemas.openxmlformats.org/drawingml/2006/main">
            <a:off x="6400800" y="8953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625" b="1">
                <a:solidFill>
                  <a:srgbClr val="FFFFFF"/>
                </a:solidFill>
                <a:latin typeface="Arial"/>
                <a:ea typeface="Arial"/>
                <a:cs typeface="Arial"/>
              </a:defRPr>
            </a:defPPr>
            <a:lvl1pPr algn="l">
              <a:defRPr sz="2625" b="1">
                <a:solidFill>
                  <a:srgbClr val="FFFFFF"/>
                </a:solidFill>
                <a:latin typeface="Arial"/>
                <a:ea typeface="Arial"/>
                <a:cs typeface="Arial"/>
              </a:defRPr>
            </a:lvl1pPr>
            <a:lvl2pPr algn="l">
              <a:defRPr sz="2625" b="1">
                <a:solidFill>
                  <a:srgbClr val="FFFFFF"/>
                </a:solidFill>
                <a:latin typeface="Arial"/>
                <a:ea typeface="Arial"/>
                <a:cs typeface="Arial"/>
              </a:defRPr>
            </a:lvl2pPr>
            <a:lvl3pPr algn="l">
              <a:defRPr sz="2625" b="1">
                <a:solidFill>
                  <a:srgbClr val="FFFFFF"/>
                </a:solidFill>
                <a:latin typeface="Arial"/>
                <a:ea typeface="Arial"/>
                <a:cs typeface="Arial"/>
              </a:defRPr>
            </a:lvl3pPr>
            <a:lvl4pPr algn="l">
              <a:defRPr sz="2625" b="1">
                <a:solidFill>
                  <a:srgbClr val="FFFFFF"/>
                </a:solidFill>
                <a:latin typeface="Arial"/>
                <a:ea typeface="Arial"/>
                <a:cs typeface="Arial"/>
              </a:defRPr>
            </a:lvl4pPr>
            <a:lvl5pPr algn="l">
              <a:defRPr sz="2625" b="1">
                <a:solidFill>
                  <a:srgbClr val="FFFFFF"/>
                </a:solidFill>
                <a:latin typeface="Arial"/>
                <a:ea typeface="Arial"/>
                <a:cs typeface="Arial"/>
              </a:defRPr>
            </a:lvl5pPr>
            <a:lvl6pPr algn="l">
              <a:defRPr sz="2625" b="1">
                <a:solidFill>
                  <a:srgbClr val="FFFFFF"/>
                </a:solidFill>
                <a:latin typeface="Arial"/>
                <a:ea typeface="Arial"/>
                <a:cs typeface="Arial"/>
              </a:defRPr>
            </a:lvl6pPr>
            <a:lvl7pPr algn="l">
              <a:defRPr sz="2625" b="1">
                <a:solidFill>
                  <a:srgbClr val="FFFFFF"/>
                </a:solidFill>
                <a:latin typeface="Arial"/>
                <a:ea typeface="Arial"/>
                <a:cs typeface="Arial"/>
              </a:defRPr>
            </a:lvl7pPr>
            <a:lvl8pPr algn="l">
              <a:defRPr sz="2625" b="1">
                <a:solidFill>
                  <a:srgbClr val="FFFFFF"/>
                </a:solidFill>
                <a:latin typeface="Arial"/>
                <a:ea typeface="Arial"/>
                <a:cs typeface="Arial"/>
              </a:defRPr>
            </a:lvl8pPr>
            <a:lvl9pPr algn="l">
              <a:defRPr sz="2625" b="1">
                <a:solidFill>
                  <a:srgbClr val="FFFFFF"/>
                </a:solidFill>
                <a:latin typeface="Arial"/>
                <a:ea typeface="Arial"/>
                <a:cs typeface="Arial"/>
              </a:defRPr>
            </a:lvl9pPr>
          </a:lstStyle>
          <a:p xmlns:a="http://schemas.openxmlformats.org/drawingml/2006/main">
            <a:pPr algn="l">
              <a:defRPr sz="2625" b="1">
                <a:solidFill>
                  <a:srgbClr val="FFFFFF"/>
                </a:solidFill>
                <a:latin typeface="Arial"/>
                <a:ea typeface="Arial"/>
                <a:cs typeface="Arial"/>
              </a:defRPr>
            </a:pPr>
            <a:r>
              <a:rPr sz="2625" b="1">
                <a:solidFill>
                  <a:srgbClr val="FFFFFF"/>
                </a:solidFill>
                <a:latin typeface="Arial"/>
                <a:ea typeface="Arial"/>
                <a:cs typeface="Arial"/>
              </a:rPr>
              <a:t>Still validating</a:t>
            </a:r>
          </a:p>
        </p:txBody>
      </p:sp>
      <p:sp>
        <p:nvSpPr>
          <p:cNvPr id="5" name="">
            <a:extLst xmlns:a="http://schemas.openxmlformats.org/drawingml/2006/main">
              <a:ext uri="{FF2B5EF4-FFF2-40B4-BE49-F238E27FC236}">
                <a16:creationId xmlns:a16="http://schemas.microsoft.com/office/drawing/2014/main" id="{BF43432C-3BD0-47D7-AD82-ECAA518C43A5}"/>
              </a:ext>
            </a:extLst>
          </p:cNvPr>
          <p:cNvSpPr>
            <a:spLocks xmlns:a="http://schemas.openxmlformats.org/drawingml/2006/main" noGrp="1"/>
          </p:cNvSpPr>
          <p:nvPr/>
        </p:nvSpPr>
        <p:spPr>
          <a:xfrm xmlns:a="http://schemas.openxmlformats.org/drawingml/2006/main">
            <a:off x="685800" y="1562100"/>
            <a:ext cx="4762500" cy="38100"/>
          </a:xfrm>
          <a:prstGeom xmlns:a="http://schemas.openxmlformats.org/drawingml/2006/main" prst="rect">
            <a:avLst/>
          </a:prstGeom>
          <a:solidFill xmlns:a="http://schemas.openxmlformats.org/drawingml/2006/main">
            <a:srgbClr val="61C7A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F2491C4-2325-4FF0-89F4-BA958BE20265}"/>
              </a:ext>
            </a:extLst>
          </p:cNvPr>
          <p:cNvSpPr>
            <a:spLocks xmlns:a="http://schemas.openxmlformats.org/drawingml/2006/main" noGrp="1"/>
          </p:cNvSpPr>
          <p:nvPr/>
        </p:nvSpPr>
        <p:spPr>
          <a:xfrm xmlns:a="http://schemas.openxmlformats.org/drawingml/2006/main">
            <a:off x="6400800" y="1562100"/>
            <a:ext cx="5105400" cy="38100"/>
          </a:xfrm>
          <a:prstGeom xmlns:a="http://schemas.openxmlformats.org/drawingml/2006/main" prst="rect">
            <a:avLst/>
          </a:prstGeom>
          <a:solidFill xmlns:a="http://schemas.openxmlformats.org/drawingml/2006/main">
            <a:srgbClr val="E6A23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B62C3BF-B49B-4F99-B25A-FAE5889CC4FA}"/>
              </a:ext>
            </a:extLst>
          </p:cNvPr>
          <p:cNvSpPr>
            <a:spLocks xmlns:a="http://schemas.openxmlformats.org/drawingml/2006/main" noGrp="1"/>
          </p:cNvSpPr>
          <p:nvPr/>
        </p:nvSpPr>
        <p:spPr>
          <a:xfrm xmlns:a="http://schemas.openxmlformats.org/drawingml/2006/main">
            <a:off x="742950" y="1924050"/>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61C7A8"/>
                </a:solidFill>
                <a:latin typeface="Arial"/>
                <a:ea typeface="Arial"/>
                <a:cs typeface="Arial"/>
              </a:defRPr>
            </a:defPPr>
            <a:lvl1pPr algn="l">
              <a:defRPr sz="1650" b="1">
                <a:solidFill>
                  <a:srgbClr val="61C7A8"/>
                </a:solidFill>
                <a:latin typeface="Arial"/>
                <a:ea typeface="Arial"/>
                <a:cs typeface="Arial"/>
              </a:defRPr>
            </a:lvl1pPr>
            <a:lvl2pPr algn="l">
              <a:defRPr sz="1650" b="1">
                <a:solidFill>
                  <a:srgbClr val="61C7A8"/>
                </a:solidFill>
                <a:latin typeface="Arial"/>
                <a:ea typeface="Arial"/>
                <a:cs typeface="Arial"/>
              </a:defRPr>
            </a:lvl2pPr>
            <a:lvl3pPr algn="l">
              <a:defRPr sz="1650" b="1">
                <a:solidFill>
                  <a:srgbClr val="61C7A8"/>
                </a:solidFill>
                <a:latin typeface="Arial"/>
                <a:ea typeface="Arial"/>
                <a:cs typeface="Arial"/>
              </a:defRPr>
            </a:lvl3pPr>
            <a:lvl4pPr algn="l">
              <a:defRPr sz="1650" b="1">
                <a:solidFill>
                  <a:srgbClr val="61C7A8"/>
                </a:solidFill>
                <a:latin typeface="Arial"/>
                <a:ea typeface="Arial"/>
                <a:cs typeface="Arial"/>
              </a:defRPr>
            </a:lvl4pPr>
            <a:lvl5pPr algn="l">
              <a:defRPr sz="1650" b="1">
                <a:solidFill>
                  <a:srgbClr val="61C7A8"/>
                </a:solidFill>
                <a:latin typeface="Arial"/>
                <a:ea typeface="Arial"/>
                <a:cs typeface="Arial"/>
              </a:defRPr>
            </a:lvl5pPr>
            <a:lvl6pPr algn="l">
              <a:defRPr sz="1650" b="1">
                <a:solidFill>
                  <a:srgbClr val="61C7A8"/>
                </a:solidFill>
                <a:latin typeface="Arial"/>
                <a:ea typeface="Arial"/>
                <a:cs typeface="Arial"/>
              </a:defRPr>
            </a:lvl6pPr>
            <a:lvl7pPr algn="l">
              <a:defRPr sz="1650" b="1">
                <a:solidFill>
                  <a:srgbClr val="61C7A8"/>
                </a:solidFill>
                <a:latin typeface="Arial"/>
                <a:ea typeface="Arial"/>
                <a:cs typeface="Arial"/>
              </a:defRPr>
            </a:lvl7pPr>
            <a:lvl8pPr algn="l">
              <a:defRPr sz="1650" b="1">
                <a:solidFill>
                  <a:srgbClr val="61C7A8"/>
                </a:solidFill>
                <a:latin typeface="Arial"/>
                <a:ea typeface="Arial"/>
                <a:cs typeface="Arial"/>
              </a:defRPr>
            </a:lvl8pPr>
            <a:lvl9pPr algn="l">
              <a:defRPr sz="1650" b="1">
                <a:solidFill>
                  <a:srgbClr val="61C7A8"/>
                </a:solidFill>
                <a:latin typeface="Arial"/>
                <a:ea typeface="Arial"/>
                <a:cs typeface="Arial"/>
              </a:defRPr>
            </a:lvl9pPr>
          </a:lstStyle>
          <a:p xmlns:a="http://schemas.openxmlformats.org/drawingml/2006/main">
            <a:pPr algn="l">
              <a:defRPr sz="1650" b="1">
                <a:solidFill>
                  <a:srgbClr val="61C7A8"/>
                </a:solidFill>
                <a:latin typeface="Arial"/>
                <a:ea typeface="Arial"/>
                <a:cs typeface="Arial"/>
              </a:defRPr>
            </a:pPr>
            <a:r>
              <a:rPr sz="1650" b="1">
                <a:solidFill>
                  <a:srgbClr val="61C7A8"/>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1F9E1FA2-06B9-49D4-849D-7D8F7419C3B9}"/>
              </a:ext>
            </a:extLst>
          </p:cNvPr>
          <p:cNvSpPr>
            <a:spLocks xmlns:a="http://schemas.openxmlformats.org/drawingml/2006/main" noGrp="1"/>
          </p:cNvSpPr>
          <p:nvPr/>
        </p:nvSpPr>
        <p:spPr>
          <a:xfrm xmlns:a="http://schemas.openxmlformats.org/drawingml/2006/main">
            <a:off x="1162050" y="1924050"/>
            <a:ext cx="4171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2E8F0"/>
                </a:solidFill>
                <a:latin typeface="Arial"/>
                <a:ea typeface="Arial"/>
                <a:cs typeface="Arial"/>
              </a:defRPr>
            </a:defPPr>
            <a:lvl1pPr algn="l">
              <a:defRPr sz="1500" b="0">
                <a:solidFill>
                  <a:srgbClr val="E2E8F0"/>
                </a:solidFill>
                <a:latin typeface="Arial"/>
                <a:ea typeface="Arial"/>
                <a:cs typeface="Arial"/>
              </a:defRPr>
            </a:lvl1pPr>
            <a:lvl2pPr algn="l">
              <a:defRPr sz="1500" b="0">
                <a:solidFill>
                  <a:srgbClr val="E2E8F0"/>
                </a:solidFill>
                <a:latin typeface="Arial"/>
                <a:ea typeface="Arial"/>
                <a:cs typeface="Arial"/>
              </a:defRPr>
            </a:lvl2pPr>
            <a:lvl3pPr algn="l">
              <a:defRPr sz="1500" b="0">
                <a:solidFill>
                  <a:srgbClr val="E2E8F0"/>
                </a:solidFill>
                <a:latin typeface="Arial"/>
                <a:ea typeface="Arial"/>
                <a:cs typeface="Arial"/>
              </a:defRPr>
            </a:lvl3pPr>
            <a:lvl4pPr algn="l">
              <a:defRPr sz="1500" b="0">
                <a:solidFill>
                  <a:srgbClr val="E2E8F0"/>
                </a:solidFill>
                <a:latin typeface="Arial"/>
                <a:ea typeface="Arial"/>
                <a:cs typeface="Arial"/>
              </a:defRPr>
            </a:lvl4pPr>
            <a:lvl5pPr algn="l">
              <a:defRPr sz="1500" b="0">
                <a:solidFill>
                  <a:srgbClr val="E2E8F0"/>
                </a:solidFill>
                <a:latin typeface="Arial"/>
                <a:ea typeface="Arial"/>
                <a:cs typeface="Arial"/>
              </a:defRPr>
            </a:lvl5pPr>
            <a:lvl6pPr algn="l">
              <a:defRPr sz="1500" b="0">
                <a:solidFill>
                  <a:srgbClr val="E2E8F0"/>
                </a:solidFill>
                <a:latin typeface="Arial"/>
                <a:ea typeface="Arial"/>
                <a:cs typeface="Arial"/>
              </a:defRPr>
            </a:lvl6pPr>
            <a:lvl7pPr algn="l">
              <a:defRPr sz="1500" b="0">
                <a:solidFill>
                  <a:srgbClr val="E2E8F0"/>
                </a:solidFill>
                <a:latin typeface="Arial"/>
                <a:ea typeface="Arial"/>
                <a:cs typeface="Arial"/>
              </a:defRPr>
            </a:lvl7pPr>
            <a:lvl8pPr algn="l">
              <a:defRPr sz="1500" b="0">
                <a:solidFill>
                  <a:srgbClr val="E2E8F0"/>
                </a:solidFill>
                <a:latin typeface="Arial"/>
                <a:ea typeface="Arial"/>
                <a:cs typeface="Arial"/>
              </a:defRPr>
            </a:lvl8pPr>
            <a:lvl9pPr algn="l">
              <a:defRPr sz="1500" b="0">
                <a:solidFill>
                  <a:srgbClr val="E2E8F0"/>
                </a:solidFill>
                <a:latin typeface="Arial"/>
                <a:ea typeface="Arial"/>
                <a:cs typeface="Arial"/>
              </a:defRPr>
            </a:lvl9pPr>
          </a:lstStyle>
          <a:p xmlns:a="http://schemas.openxmlformats.org/drawingml/2006/main">
            <a:pPr algn="l">
              <a:defRPr sz="1500" b="0">
                <a:solidFill>
                  <a:srgbClr val="E2E8F0"/>
                </a:solidFill>
                <a:latin typeface="Arial"/>
                <a:ea typeface="Arial"/>
                <a:cs typeface="Arial"/>
              </a:defRPr>
            </a:pPr>
            <a:r>
              <a:rPr sz="1500" b="0">
                <a:solidFill>
                  <a:srgbClr val="E2E8F0"/>
                </a:solidFill>
                <a:latin typeface="Arial"/>
                <a:ea typeface="Arial"/>
                <a:cs typeface="Arial"/>
              </a:rPr>
              <a:t>App-by-app rules and focus timer</a:t>
            </a:r>
          </a:p>
        </p:txBody>
      </p:sp>
      <p:sp>
        <p:nvSpPr>
          <p:cNvPr id="9" name="">
            <a:extLst xmlns:a="http://schemas.openxmlformats.org/drawingml/2006/main">
              <a:ext uri="{FF2B5EF4-FFF2-40B4-BE49-F238E27FC236}">
                <a16:creationId xmlns:a16="http://schemas.microsoft.com/office/drawing/2014/main" id="{D91E8B9B-D3E9-406D-A989-CA9692DD346C}"/>
              </a:ext>
            </a:extLst>
          </p:cNvPr>
          <p:cNvSpPr>
            <a:spLocks xmlns:a="http://schemas.openxmlformats.org/drawingml/2006/main" noGrp="1"/>
          </p:cNvSpPr>
          <p:nvPr/>
        </p:nvSpPr>
        <p:spPr>
          <a:xfrm xmlns:a="http://schemas.openxmlformats.org/drawingml/2006/main">
            <a:off x="742950" y="2686050"/>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61C7A8"/>
                </a:solidFill>
                <a:latin typeface="Arial"/>
                <a:ea typeface="Arial"/>
                <a:cs typeface="Arial"/>
              </a:defRPr>
            </a:defPPr>
            <a:lvl1pPr algn="l">
              <a:defRPr sz="1650" b="1">
                <a:solidFill>
                  <a:srgbClr val="61C7A8"/>
                </a:solidFill>
                <a:latin typeface="Arial"/>
                <a:ea typeface="Arial"/>
                <a:cs typeface="Arial"/>
              </a:defRPr>
            </a:lvl1pPr>
            <a:lvl2pPr algn="l">
              <a:defRPr sz="1650" b="1">
                <a:solidFill>
                  <a:srgbClr val="61C7A8"/>
                </a:solidFill>
                <a:latin typeface="Arial"/>
                <a:ea typeface="Arial"/>
                <a:cs typeface="Arial"/>
              </a:defRPr>
            </a:lvl2pPr>
            <a:lvl3pPr algn="l">
              <a:defRPr sz="1650" b="1">
                <a:solidFill>
                  <a:srgbClr val="61C7A8"/>
                </a:solidFill>
                <a:latin typeface="Arial"/>
                <a:ea typeface="Arial"/>
                <a:cs typeface="Arial"/>
              </a:defRPr>
            </a:lvl3pPr>
            <a:lvl4pPr algn="l">
              <a:defRPr sz="1650" b="1">
                <a:solidFill>
                  <a:srgbClr val="61C7A8"/>
                </a:solidFill>
                <a:latin typeface="Arial"/>
                <a:ea typeface="Arial"/>
                <a:cs typeface="Arial"/>
              </a:defRPr>
            </a:lvl4pPr>
            <a:lvl5pPr algn="l">
              <a:defRPr sz="1650" b="1">
                <a:solidFill>
                  <a:srgbClr val="61C7A8"/>
                </a:solidFill>
                <a:latin typeface="Arial"/>
                <a:ea typeface="Arial"/>
                <a:cs typeface="Arial"/>
              </a:defRPr>
            </a:lvl5pPr>
            <a:lvl6pPr algn="l">
              <a:defRPr sz="1650" b="1">
                <a:solidFill>
                  <a:srgbClr val="61C7A8"/>
                </a:solidFill>
                <a:latin typeface="Arial"/>
                <a:ea typeface="Arial"/>
                <a:cs typeface="Arial"/>
              </a:defRPr>
            </a:lvl6pPr>
            <a:lvl7pPr algn="l">
              <a:defRPr sz="1650" b="1">
                <a:solidFill>
                  <a:srgbClr val="61C7A8"/>
                </a:solidFill>
                <a:latin typeface="Arial"/>
                <a:ea typeface="Arial"/>
                <a:cs typeface="Arial"/>
              </a:defRPr>
            </a:lvl7pPr>
            <a:lvl8pPr algn="l">
              <a:defRPr sz="1650" b="1">
                <a:solidFill>
                  <a:srgbClr val="61C7A8"/>
                </a:solidFill>
                <a:latin typeface="Arial"/>
                <a:ea typeface="Arial"/>
                <a:cs typeface="Arial"/>
              </a:defRPr>
            </a:lvl8pPr>
            <a:lvl9pPr algn="l">
              <a:defRPr sz="1650" b="1">
                <a:solidFill>
                  <a:srgbClr val="61C7A8"/>
                </a:solidFill>
                <a:latin typeface="Arial"/>
                <a:ea typeface="Arial"/>
                <a:cs typeface="Arial"/>
              </a:defRPr>
            </a:lvl9pPr>
          </a:lstStyle>
          <a:p xmlns:a="http://schemas.openxmlformats.org/drawingml/2006/main">
            <a:pPr algn="l">
              <a:defRPr sz="1650" b="1">
                <a:solidFill>
                  <a:srgbClr val="61C7A8"/>
                </a:solidFill>
                <a:latin typeface="Arial"/>
                <a:ea typeface="Arial"/>
                <a:cs typeface="Arial"/>
              </a:defRPr>
            </a:pPr>
            <a:r>
              <a:rPr sz="1650" b="1">
                <a:solidFill>
                  <a:srgbClr val="61C7A8"/>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AFA028CC-C081-4A9A-ACA7-37DBCA553524}"/>
              </a:ext>
            </a:extLst>
          </p:cNvPr>
          <p:cNvSpPr>
            <a:spLocks xmlns:a="http://schemas.openxmlformats.org/drawingml/2006/main" noGrp="1"/>
          </p:cNvSpPr>
          <p:nvPr/>
        </p:nvSpPr>
        <p:spPr>
          <a:xfrm xmlns:a="http://schemas.openxmlformats.org/drawingml/2006/main">
            <a:off x="1162050" y="2686050"/>
            <a:ext cx="4171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2E8F0"/>
                </a:solidFill>
                <a:latin typeface="Arial"/>
                <a:ea typeface="Arial"/>
                <a:cs typeface="Arial"/>
              </a:defRPr>
            </a:defPPr>
            <a:lvl1pPr algn="l">
              <a:defRPr sz="1500" b="0">
                <a:solidFill>
                  <a:srgbClr val="E2E8F0"/>
                </a:solidFill>
                <a:latin typeface="Arial"/>
                <a:ea typeface="Arial"/>
                <a:cs typeface="Arial"/>
              </a:defRPr>
            </a:lvl1pPr>
            <a:lvl2pPr algn="l">
              <a:defRPr sz="1500" b="0">
                <a:solidFill>
                  <a:srgbClr val="E2E8F0"/>
                </a:solidFill>
                <a:latin typeface="Arial"/>
                <a:ea typeface="Arial"/>
                <a:cs typeface="Arial"/>
              </a:defRPr>
            </a:lvl2pPr>
            <a:lvl3pPr algn="l">
              <a:defRPr sz="1500" b="0">
                <a:solidFill>
                  <a:srgbClr val="E2E8F0"/>
                </a:solidFill>
                <a:latin typeface="Arial"/>
                <a:ea typeface="Arial"/>
                <a:cs typeface="Arial"/>
              </a:defRPr>
            </a:lvl3pPr>
            <a:lvl4pPr algn="l">
              <a:defRPr sz="1500" b="0">
                <a:solidFill>
                  <a:srgbClr val="E2E8F0"/>
                </a:solidFill>
                <a:latin typeface="Arial"/>
                <a:ea typeface="Arial"/>
                <a:cs typeface="Arial"/>
              </a:defRPr>
            </a:lvl4pPr>
            <a:lvl5pPr algn="l">
              <a:defRPr sz="1500" b="0">
                <a:solidFill>
                  <a:srgbClr val="E2E8F0"/>
                </a:solidFill>
                <a:latin typeface="Arial"/>
                <a:ea typeface="Arial"/>
                <a:cs typeface="Arial"/>
              </a:defRPr>
            </a:lvl5pPr>
            <a:lvl6pPr algn="l">
              <a:defRPr sz="1500" b="0">
                <a:solidFill>
                  <a:srgbClr val="E2E8F0"/>
                </a:solidFill>
                <a:latin typeface="Arial"/>
                <a:ea typeface="Arial"/>
                <a:cs typeface="Arial"/>
              </a:defRPr>
            </a:lvl6pPr>
            <a:lvl7pPr algn="l">
              <a:defRPr sz="1500" b="0">
                <a:solidFill>
                  <a:srgbClr val="E2E8F0"/>
                </a:solidFill>
                <a:latin typeface="Arial"/>
                <a:ea typeface="Arial"/>
                <a:cs typeface="Arial"/>
              </a:defRPr>
            </a:lvl7pPr>
            <a:lvl8pPr algn="l">
              <a:defRPr sz="1500" b="0">
                <a:solidFill>
                  <a:srgbClr val="E2E8F0"/>
                </a:solidFill>
                <a:latin typeface="Arial"/>
                <a:ea typeface="Arial"/>
                <a:cs typeface="Arial"/>
              </a:defRPr>
            </a:lvl8pPr>
            <a:lvl9pPr algn="l">
              <a:defRPr sz="1500" b="0">
                <a:solidFill>
                  <a:srgbClr val="E2E8F0"/>
                </a:solidFill>
                <a:latin typeface="Arial"/>
                <a:ea typeface="Arial"/>
                <a:cs typeface="Arial"/>
              </a:defRPr>
            </a:lvl9pPr>
          </a:lstStyle>
          <a:p xmlns:a="http://schemas.openxmlformats.org/drawingml/2006/main">
            <a:pPr algn="l">
              <a:defRPr sz="1500" b="0">
                <a:solidFill>
                  <a:srgbClr val="E2E8F0"/>
                </a:solidFill>
                <a:latin typeface="Arial"/>
                <a:ea typeface="Arial"/>
                <a:cs typeface="Arial"/>
              </a:defRPr>
            </a:pPr>
            <a:r>
              <a:rPr sz="1500" b="0">
                <a:solidFill>
                  <a:srgbClr val="E2E8F0"/>
                </a:solidFill>
                <a:latin typeface="Arial"/>
                <a:ea typeface="Arial"/>
                <a:cs typeface="Arial"/>
              </a:rPr>
              <a:t>Block rule is deterministic in code and unit tests</a:t>
            </a:r>
          </a:p>
        </p:txBody>
      </p:sp>
      <p:sp>
        <p:nvSpPr>
          <p:cNvPr id="11" name="">
            <a:extLst xmlns:a="http://schemas.openxmlformats.org/drawingml/2006/main">
              <a:ext uri="{FF2B5EF4-FFF2-40B4-BE49-F238E27FC236}">
                <a16:creationId xmlns:a16="http://schemas.microsoft.com/office/drawing/2014/main" id="{88A4E54E-94F5-4BE0-A044-C3266FCA61F8}"/>
              </a:ext>
            </a:extLst>
          </p:cNvPr>
          <p:cNvSpPr>
            <a:spLocks xmlns:a="http://schemas.openxmlformats.org/drawingml/2006/main" noGrp="1"/>
          </p:cNvSpPr>
          <p:nvPr/>
        </p:nvSpPr>
        <p:spPr>
          <a:xfrm xmlns:a="http://schemas.openxmlformats.org/drawingml/2006/main">
            <a:off x="742950" y="3448050"/>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61C7A8"/>
                </a:solidFill>
                <a:latin typeface="Arial"/>
                <a:ea typeface="Arial"/>
                <a:cs typeface="Arial"/>
              </a:defRPr>
            </a:defPPr>
            <a:lvl1pPr algn="l">
              <a:defRPr sz="1650" b="1">
                <a:solidFill>
                  <a:srgbClr val="61C7A8"/>
                </a:solidFill>
                <a:latin typeface="Arial"/>
                <a:ea typeface="Arial"/>
                <a:cs typeface="Arial"/>
              </a:defRPr>
            </a:lvl1pPr>
            <a:lvl2pPr algn="l">
              <a:defRPr sz="1650" b="1">
                <a:solidFill>
                  <a:srgbClr val="61C7A8"/>
                </a:solidFill>
                <a:latin typeface="Arial"/>
                <a:ea typeface="Arial"/>
                <a:cs typeface="Arial"/>
              </a:defRPr>
            </a:lvl2pPr>
            <a:lvl3pPr algn="l">
              <a:defRPr sz="1650" b="1">
                <a:solidFill>
                  <a:srgbClr val="61C7A8"/>
                </a:solidFill>
                <a:latin typeface="Arial"/>
                <a:ea typeface="Arial"/>
                <a:cs typeface="Arial"/>
              </a:defRPr>
            </a:lvl3pPr>
            <a:lvl4pPr algn="l">
              <a:defRPr sz="1650" b="1">
                <a:solidFill>
                  <a:srgbClr val="61C7A8"/>
                </a:solidFill>
                <a:latin typeface="Arial"/>
                <a:ea typeface="Arial"/>
                <a:cs typeface="Arial"/>
              </a:defRPr>
            </a:lvl4pPr>
            <a:lvl5pPr algn="l">
              <a:defRPr sz="1650" b="1">
                <a:solidFill>
                  <a:srgbClr val="61C7A8"/>
                </a:solidFill>
                <a:latin typeface="Arial"/>
                <a:ea typeface="Arial"/>
                <a:cs typeface="Arial"/>
              </a:defRPr>
            </a:lvl5pPr>
            <a:lvl6pPr algn="l">
              <a:defRPr sz="1650" b="1">
                <a:solidFill>
                  <a:srgbClr val="61C7A8"/>
                </a:solidFill>
                <a:latin typeface="Arial"/>
                <a:ea typeface="Arial"/>
                <a:cs typeface="Arial"/>
              </a:defRPr>
            </a:lvl6pPr>
            <a:lvl7pPr algn="l">
              <a:defRPr sz="1650" b="1">
                <a:solidFill>
                  <a:srgbClr val="61C7A8"/>
                </a:solidFill>
                <a:latin typeface="Arial"/>
                <a:ea typeface="Arial"/>
                <a:cs typeface="Arial"/>
              </a:defRPr>
            </a:lvl7pPr>
            <a:lvl8pPr algn="l">
              <a:defRPr sz="1650" b="1">
                <a:solidFill>
                  <a:srgbClr val="61C7A8"/>
                </a:solidFill>
                <a:latin typeface="Arial"/>
                <a:ea typeface="Arial"/>
                <a:cs typeface="Arial"/>
              </a:defRPr>
            </a:lvl8pPr>
            <a:lvl9pPr algn="l">
              <a:defRPr sz="1650" b="1">
                <a:solidFill>
                  <a:srgbClr val="61C7A8"/>
                </a:solidFill>
                <a:latin typeface="Arial"/>
                <a:ea typeface="Arial"/>
                <a:cs typeface="Arial"/>
              </a:defRPr>
            </a:lvl9pPr>
          </a:lstStyle>
          <a:p xmlns:a="http://schemas.openxmlformats.org/drawingml/2006/main">
            <a:pPr algn="l">
              <a:defRPr sz="1650" b="1">
                <a:solidFill>
                  <a:srgbClr val="61C7A8"/>
                </a:solidFill>
                <a:latin typeface="Arial"/>
                <a:ea typeface="Arial"/>
                <a:cs typeface="Arial"/>
              </a:defRPr>
            </a:pPr>
            <a:r>
              <a:rPr sz="1650" b="1">
                <a:solidFill>
                  <a:srgbClr val="61C7A8"/>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4EA85894-4021-473F-8CBC-C0EB894F00EC}"/>
              </a:ext>
            </a:extLst>
          </p:cNvPr>
          <p:cNvSpPr>
            <a:spLocks xmlns:a="http://schemas.openxmlformats.org/drawingml/2006/main" noGrp="1"/>
          </p:cNvSpPr>
          <p:nvPr/>
        </p:nvSpPr>
        <p:spPr>
          <a:xfrm xmlns:a="http://schemas.openxmlformats.org/drawingml/2006/main">
            <a:off x="1162050" y="3448050"/>
            <a:ext cx="4171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2E8F0"/>
                </a:solidFill>
                <a:latin typeface="Arial"/>
                <a:ea typeface="Arial"/>
                <a:cs typeface="Arial"/>
              </a:defRPr>
            </a:defPPr>
            <a:lvl1pPr algn="l">
              <a:defRPr sz="1500" b="0">
                <a:solidFill>
                  <a:srgbClr val="E2E8F0"/>
                </a:solidFill>
                <a:latin typeface="Arial"/>
                <a:ea typeface="Arial"/>
                <a:cs typeface="Arial"/>
              </a:defRPr>
            </a:lvl1pPr>
            <a:lvl2pPr algn="l">
              <a:defRPr sz="1500" b="0">
                <a:solidFill>
                  <a:srgbClr val="E2E8F0"/>
                </a:solidFill>
                <a:latin typeface="Arial"/>
                <a:ea typeface="Arial"/>
                <a:cs typeface="Arial"/>
              </a:defRPr>
            </a:lvl2pPr>
            <a:lvl3pPr algn="l">
              <a:defRPr sz="1500" b="0">
                <a:solidFill>
                  <a:srgbClr val="E2E8F0"/>
                </a:solidFill>
                <a:latin typeface="Arial"/>
                <a:ea typeface="Arial"/>
                <a:cs typeface="Arial"/>
              </a:defRPr>
            </a:lvl3pPr>
            <a:lvl4pPr algn="l">
              <a:defRPr sz="1500" b="0">
                <a:solidFill>
                  <a:srgbClr val="E2E8F0"/>
                </a:solidFill>
                <a:latin typeface="Arial"/>
                <a:ea typeface="Arial"/>
                <a:cs typeface="Arial"/>
              </a:defRPr>
            </a:lvl4pPr>
            <a:lvl5pPr algn="l">
              <a:defRPr sz="1500" b="0">
                <a:solidFill>
                  <a:srgbClr val="E2E8F0"/>
                </a:solidFill>
                <a:latin typeface="Arial"/>
                <a:ea typeface="Arial"/>
                <a:cs typeface="Arial"/>
              </a:defRPr>
            </a:lvl5pPr>
            <a:lvl6pPr algn="l">
              <a:defRPr sz="1500" b="0">
                <a:solidFill>
                  <a:srgbClr val="E2E8F0"/>
                </a:solidFill>
                <a:latin typeface="Arial"/>
                <a:ea typeface="Arial"/>
                <a:cs typeface="Arial"/>
              </a:defRPr>
            </a:lvl6pPr>
            <a:lvl7pPr algn="l">
              <a:defRPr sz="1500" b="0">
                <a:solidFill>
                  <a:srgbClr val="E2E8F0"/>
                </a:solidFill>
                <a:latin typeface="Arial"/>
                <a:ea typeface="Arial"/>
                <a:cs typeface="Arial"/>
              </a:defRPr>
            </a:lvl7pPr>
            <a:lvl8pPr algn="l">
              <a:defRPr sz="1500" b="0">
                <a:solidFill>
                  <a:srgbClr val="E2E8F0"/>
                </a:solidFill>
                <a:latin typeface="Arial"/>
                <a:ea typeface="Arial"/>
                <a:cs typeface="Arial"/>
              </a:defRPr>
            </a:lvl8pPr>
            <a:lvl9pPr algn="l">
              <a:defRPr sz="1500" b="0">
                <a:solidFill>
                  <a:srgbClr val="E2E8F0"/>
                </a:solidFill>
                <a:latin typeface="Arial"/>
                <a:ea typeface="Arial"/>
                <a:cs typeface="Arial"/>
              </a:defRPr>
            </a:lvl9pPr>
          </a:lstStyle>
          <a:p xmlns:a="http://schemas.openxmlformats.org/drawingml/2006/main">
            <a:pPr algn="l">
              <a:defRPr sz="1500" b="0">
                <a:solidFill>
                  <a:srgbClr val="E2E8F0"/>
                </a:solidFill>
                <a:latin typeface="Arial"/>
                <a:ea typeface="Arial"/>
                <a:cs typeface="Arial"/>
              </a:defRPr>
            </a:pPr>
            <a:r>
              <a:rPr sz="1500" b="0">
                <a:solidFill>
                  <a:srgbClr val="E2E8F0"/>
                </a:solidFill>
                <a:latin typeface="Arial"/>
                <a:ea typeface="Arial"/>
                <a:cs typeface="Arial"/>
              </a:rPr>
              <a:t>Local Inbox, pause and user controls</a:t>
            </a:r>
          </a:p>
        </p:txBody>
      </p:sp>
      <p:sp>
        <p:nvSpPr>
          <p:cNvPr id="13" name="">
            <a:extLst xmlns:a="http://schemas.openxmlformats.org/drawingml/2006/main">
              <a:ext uri="{FF2B5EF4-FFF2-40B4-BE49-F238E27FC236}">
                <a16:creationId xmlns:a16="http://schemas.microsoft.com/office/drawing/2014/main" id="{64ED4502-C8BE-4908-BD25-352D5D73ACFA}"/>
              </a:ext>
            </a:extLst>
          </p:cNvPr>
          <p:cNvSpPr>
            <a:spLocks xmlns:a="http://schemas.openxmlformats.org/drawingml/2006/main" noGrp="1"/>
          </p:cNvSpPr>
          <p:nvPr/>
        </p:nvSpPr>
        <p:spPr>
          <a:xfrm xmlns:a="http://schemas.openxmlformats.org/drawingml/2006/main">
            <a:off x="742950" y="4210050"/>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61C7A8"/>
                </a:solidFill>
                <a:latin typeface="Arial"/>
                <a:ea typeface="Arial"/>
                <a:cs typeface="Arial"/>
              </a:defRPr>
            </a:defPPr>
            <a:lvl1pPr algn="l">
              <a:defRPr sz="1650" b="1">
                <a:solidFill>
                  <a:srgbClr val="61C7A8"/>
                </a:solidFill>
                <a:latin typeface="Arial"/>
                <a:ea typeface="Arial"/>
                <a:cs typeface="Arial"/>
              </a:defRPr>
            </a:lvl1pPr>
            <a:lvl2pPr algn="l">
              <a:defRPr sz="1650" b="1">
                <a:solidFill>
                  <a:srgbClr val="61C7A8"/>
                </a:solidFill>
                <a:latin typeface="Arial"/>
                <a:ea typeface="Arial"/>
                <a:cs typeface="Arial"/>
              </a:defRPr>
            </a:lvl2pPr>
            <a:lvl3pPr algn="l">
              <a:defRPr sz="1650" b="1">
                <a:solidFill>
                  <a:srgbClr val="61C7A8"/>
                </a:solidFill>
                <a:latin typeface="Arial"/>
                <a:ea typeface="Arial"/>
                <a:cs typeface="Arial"/>
              </a:defRPr>
            </a:lvl3pPr>
            <a:lvl4pPr algn="l">
              <a:defRPr sz="1650" b="1">
                <a:solidFill>
                  <a:srgbClr val="61C7A8"/>
                </a:solidFill>
                <a:latin typeface="Arial"/>
                <a:ea typeface="Arial"/>
                <a:cs typeface="Arial"/>
              </a:defRPr>
            </a:lvl4pPr>
            <a:lvl5pPr algn="l">
              <a:defRPr sz="1650" b="1">
                <a:solidFill>
                  <a:srgbClr val="61C7A8"/>
                </a:solidFill>
                <a:latin typeface="Arial"/>
                <a:ea typeface="Arial"/>
                <a:cs typeface="Arial"/>
              </a:defRPr>
            </a:lvl5pPr>
            <a:lvl6pPr algn="l">
              <a:defRPr sz="1650" b="1">
                <a:solidFill>
                  <a:srgbClr val="61C7A8"/>
                </a:solidFill>
                <a:latin typeface="Arial"/>
                <a:ea typeface="Arial"/>
                <a:cs typeface="Arial"/>
              </a:defRPr>
            </a:lvl6pPr>
            <a:lvl7pPr algn="l">
              <a:defRPr sz="1650" b="1">
                <a:solidFill>
                  <a:srgbClr val="61C7A8"/>
                </a:solidFill>
                <a:latin typeface="Arial"/>
                <a:ea typeface="Arial"/>
                <a:cs typeface="Arial"/>
              </a:defRPr>
            </a:lvl7pPr>
            <a:lvl8pPr algn="l">
              <a:defRPr sz="1650" b="1">
                <a:solidFill>
                  <a:srgbClr val="61C7A8"/>
                </a:solidFill>
                <a:latin typeface="Arial"/>
                <a:ea typeface="Arial"/>
                <a:cs typeface="Arial"/>
              </a:defRPr>
            </a:lvl8pPr>
            <a:lvl9pPr algn="l">
              <a:defRPr sz="1650" b="1">
                <a:solidFill>
                  <a:srgbClr val="61C7A8"/>
                </a:solidFill>
                <a:latin typeface="Arial"/>
                <a:ea typeface="Arial"/>
                <a:cs typeface="Arial"/>
              </a:defRPr>
            </a:lvl9pPr>
          </a:lstStyle>
          <a:p xmlns:a="http://schemas.openxmlformats.org/drawingml/2006/main">
            <a:pPr algn="l">
              <a:defRPr sz="1650" b="1">
                <a:solidFill>
                  <a:srgbClr val="61C7A8"/>
                </a:solidFill>
                <a:latin typeface="Arial"/>
                <a:ea typeface="Arial"/>
                <a:cs typeface="Arial"/>
              </a:defRPr>
            </a:pPr>
            <a:r>
              <a:rPr sz="1650" b="1">
                <a:solidFill>
                  <a:srgbClr val="61C7A8"/>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45A03A37-44F3-4C05-8E0D-8707EFA765E1}"/>
              </a:ext>
            </a:extLst>
          </p:cNvPr>
          <p:cNvSpPr>
            <a:spLocks xmlns:a="http://schemas.openxmlformats.org/drawingml/2006/main" noGrp="1"/>
          </p:cNvSpPr>
          <p:nvPr/>
        </p:nvSpPr>
        <p:spPr>
          <a:xfrm xmlns:a="http://schemas.openxmlformats.org/drawingml/2006/main">
            <a:off x="1162050" y="4210050"/>
            <a:ext cx="4171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2E8F0"/>
                </a:solidFill>
                <a:latin typeface="Arial"/>
                <a:ea typeface="Arial"/>
                <a:cs typeface="Arial"/>
              </a:defRPr>
            </a:defPPr>
            <a:lvl1pPr algn="l">
              <a:defRPr sz="1500" b="0">
                <a:solidFill>
                  <a:srgbClr val="E2E8F0"/>
                </a:solidFill>
                <a:latin typeface="Arial"/>
                <a:ea typeface="Arial"/>
                <a:cs typeface="Arial"/>
              </a:defRPr>
            </a:lvl1pPr>
            <a:lvl2pPr algn="l">
              <a:defRPr sz="1500" b="0">
                <a:solidFill>
                  <a:srgbClr val="E2E8F0"/>
                </a:solidFill>
                <a:latin typeface="Arial"/>
                <a:ea typeface="Arial"/>
                <a:cs typeface="Arial"/>
              </a:defRPr>
            </a:lvl2pPr>
            <a:lvl3pPr algn="l">
              <a:defRPr sz="1500" b="0">
                <a:solidFill>
                  <a:srgbClr val="E2E8F0"/>
                </a:solidFill>
                <a:latin typeface="Arial"/>
                <a:ea typeface="Arial"/>
                <a:cs typeface="Arial"/>
              </a:defRPr>
            </a:lvl3pPr>
            <a:lvl4pPr algn="l">
              <a:defRPr sz="1500" b="0">
                <a:solidFill>
                  <a:srgbClr val="E2E8F0"/>
                </a:solidFill>
                <a:latin typeface="Arial"/>
                <a:ea typeface="Arial"/>
                <a:cs typeface="Arial"/>
              </a:defRPr>
            </a:lvl4pPr>
            <a:lvl5pPr algn="l">
              <a:defRPr sz="1500" b="0">
                <a:solidFill>
                  <a:srgbClr val="E2E8F0"/>
                </a:solidFill>
                <a:latin typeface="Arial"/>
                <a:ea typeface="Arial"/>
                <a:cs typeface="Arial"/>
              </a:defRPr>
            </a:lvl5pPr>
            <a:lvl6pPr algn="l">
              <a:defRPr sz="1500" b="0">
                <a:solidFill>
                  <a:srgbClr val="E2E8F0"/>
                </a:solidFill>
                <a:latin typeface="Arial"/>
                <a:ea typeface="Arial"/>
                <a:cs typeface="Arial"/>
              </a:defRPr>
            </a:lvl6pPr>
            <a:lvl7pPr algn="l">
              <a:defRPr sz="1500" b="0">
                <a:solidFill>
                  <a:srgbClr val="E2E8F0"/>
                </a:solidFill>
                <a:latin typeface="Arial"/>
                <a:ea typeface="Arial"/>
                <a:cs typeface="Arial"/>
              </a:defRPr>
            </a:lvl7pPr>
            <a:lvl8pPr algn="l">
              <a:defRPr sz="1500" b="0">
                <a:solidFill>
                  <a:srgbClr val="E2E8F0"/>
                </a:solidFill>
                <a:latin typeface="Arial"/>
                <a:ea typeface="Arial"/>
                <a:cs typeface="Arial"/>
              </a:defRPr>
            </a:lvl8pPr>
            <a:lvl9pPr algn="l">
              <a:defRPr sz="1500" b="0">
                <a:solidFill>
                  <a:srgbClr val="E2E8F0"/>
                </a:solidFill>
                <a:latin typeface="Arial"/>
                <a:ea typeface="Arial"/>
                <a:cs typeface="Arial"/>
              </a:defRPr>
            </a:lvl9pPr>
          </a:lstStyle>
          <a:p xmlns:a="http://schemas.openxmlformats.org/drawingml/2006/main">
            <a:pPr algn="l">
              <a:defRPr sz="1500" b="0">
                <a:solidFill>
                  <a:srgbClr val="E2E8F0"/>
                </a:solidFill>
                <a:latin typeface="Arial"/>
                <a:ea typeface="Arial"/>
                <a:cs typeface="Arial"/>
              </a:defRPr>
            </a:pPr>
            <a:r>
              <a:rPr sz="1500" b="0">
                <a:solidFill>
                  <a:srgbClr val="E2E8F0"/>
                </a:solidFill>
                <a:latin typeface="Arial"/>
                <a:ea typeface="Arial"/>
                <a:cs typeface="Arial"/>
              </a:rPr>
              <a:t>Optional Android silence policy</a:t>
            </a:r>
          </a:p>
        </p:txBody>
      </p:sp>
      <p:sp>
        <p:nvSpPr>
          <p:cNvPr id="15" name="">
            <a:extLst xmlns:a="http://schemas.openxmlformats.org/drawingml/2006/main">
              <a:ext uri="{FF2B5EF4-FFF2-40B4-BE49-F238E27FC236}">
                <a16:creationId xmlns:a16="http://schemas.microsoft.com/office/drawing/2014/main" id="{B4DF66FB-0234-4017-B317-DDBDC2BB102A}"/>
              </a:ext>
            </a:extLst>
          </p:cNvPr>
          <p:cNvSpPr>
            <a:spLocks xmlns:a="http://schemas.openxmlformats.org/drawingml/2006/main" noGrp="1"/>
          </p:cNvSpPr>
          <p:nvPr/>
        </p:nvSpPr>
        <p:spPr>
          <a:xfrm xmlns:a="http://schemas.openxmlformats.org/drawingml/2006/main">
            <a:off x="6457950" y="1924050"/>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6A23C"/>
                </a:solidFill>
                <a:latin typeface="Arial"/>
                <a:ea typeface="Arial"/>
                <a:cs typeface="Arial"/>
              </a:defRPr>
            </a:defPPr>
            <a:lvl1pPr algn="l">
              <a:defRPr sz="1650" b="1">
                <a:solidFill>
                  <a:srgbClr val="E6A23C"/>
                </a:solidFill>
                <a:latin typeface="Arial"/>
                <a:ea typeface="Arial"/>
                <a:cs typeface="Arial"/>
              </a:defRPr>
            </a:lvl1pPr>
            <a:lvl2pPr algn="l">
              <a:defRPr sz="1650" b="1">
                <a:solidFill>
                  <a:srgbClr val="E6A23C"/>
                </a:solidFill>
                <a:latin typeface="Arial"/>
                <a:ea typeface="Arial"/>
                <a:cs typeface="Arial"/>
              </a:defRPr>
            </a:lvl2pPr>
            <a:lvl3pPr algn="l">
              <a:defRPr sz="1650" b="1">
                <a:solidFill>
                  <a:srgbClr val="E6A23C"/>
                </a:solidFill>
                <a:latin typeface="Arial"/>
                <a:ea typeface="Arial"/>
                <a:cs typeface="Arial"/>
              </a:defRPr>
            </a:lvl3pPr>
            <a:lvl4pPr algn="l">
              <a:defRPr sz="1650" b="1">
                <a:solidFill>
                  <a:srgbClr val="E6A23C"/>
                </a:solidFill>
                <a:latin typeface="Arial"/>
                <a:ea typeface="Arial"/>
                <a:cs typeface="Arial"/>
              </a:defRPr>
            </a:lvl4pPr>
            <a:lvl5pPr algn="l">
              <a:defRPr sz="1650" b="1">
                <a:solidFill>
                  <a:srgbClr val="E6A23C"/>
                </a:solidFill>
                <a:latin typeface="Arial"/>
                <a:ea typeface="Arial"/>
                <a:cs typeface="Arial"/>
              </a:defRPr>
            </a:lvl5pPr>
            <a:lvl6pPr algn="l">
              <a:defRPr sz="1650" b="1">
                <a:solidFill>
                  <a:srgbClr val="E6A23C"/>
                </a:solidFill>
                <a:latin typeface="Arial"/>
                <a:ea typeface="Arial"/>
                <a:cs typeface="Arial"/>
              </a:defRPr>
            </a:lvl6pPr>
            <a:lvl7pPr algn="l">
              <a:defRPr sz="1650" b="1">
                <a:solidFill>
                  <a:srgbClr val="E6A23C"/>
                </a:solidFill>
                <a:latin typeface="Arial"/>
                <a:ea typeface="Arial"/>
                <a:cs typeface="Arial"/>
              </a:defRPr>
            </a:lvl7pPr>
            <a:lvl8pPr algn="l">
              <a:defRPr sz="1650" b="1">
                <a:solidFill>
                  <a:srgbClr val="E6A23C"/>
                </a:solidFill>
                <a:latin typeface="Arial"/>
                <a:ea typeface="Arial"/>
                <a:cs typeface="Arial"/>
              </a:defRPr>
            </a:lvl8pPr>
            <a:lvl9pPr algn="l">
              <a:defRPr sz="1650" b="1">
                <a:solidFill>
                  <a:srgbClr val="E6A23C"/>
                </a:solidFill>
                <a:latin typeface="Arial"/>
                <a:ea typeface="Arial"/>
                <a:cs typeface="Arial"/>
              </a:defRPr>
            </a:lvl9pPr>
          </a:lstStyle>
          <a:p xmlns:a="http://schemas.openxmlformats.org/drawingml/2006/main">
            <a:pPr algn="l">
              <a:defRPr sz="1650" b="1">
                <a:solidFill>
                  <a:srgbClr val="E6A23C"/>
                </a:solidFill>
                <a:latin typeface="Arial"/>
                <a:ea typeface="Arial"/>
                <a:cs typeface="Arial"/>
              </a:defRPr>
            </a:pPr>
            <a:r>
              <a:rPr sz="1650" b="1">
                <a:solidFill>
                  <a:srgbClr val="E6A23C"/>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C2117E13-CDDA-4FFA-A1E4-59CE7C714420}"/>
              </a:ext>
            </a:extLst>
          </p:cNvPr>
          <p:cNvSpPr>
            <a:spLocks xmlns:a="http://schemas.openxmlformats.org/drawingml/2006/main" noGrp="1"/>
          </p:cNvSpPr>
          <p:nvPr/>
        </p:nvSpPr>
        <p:spPr>
          <a:xfrm xmlns:a="http://schemas.openxmlformats.org/drawingml/2006/main">
            <a:off x="6877050" y="1924050"/>
            <a:ext cx="449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2E8F0"/>
                </a:solidFill>
                <a:latin typeface="Arial"/>
                <a:ea typeface="Arial"/>
                <a:cs typeface="Arial"/>
              </a:defRPr>
            </a:defPPr>
            <a:lvl1pPr algn="l">
              <a:defRPr sz="1500" b="0">
                <a:solidFill>
                  <a:srgbClr val="E2E8F0"/>
                </a:solidFill>
                <a:latin typeface="Arial"/>
                <a:ea typeface="Arial"/>
                <a:cs typeface="Arial"/>
              </a:defRPr>
            </a:lvl1pPr>
            <a:lvl2pPr algn="l">
              <a:defRPr sz="1500" b="0">
                <a:solidFill>
                  <a:srgbClr val="E2E8F0"/>
                </a:solidFill>
                <a:latin typeface="Arial"/>
                <a:ea typeface="Arial"/>
                <a:cs typeface="Arial"/>
              </a:defRPr>
            </a:lvl2pPr>
            <a:lvl3pPr algn="l">
              <a:defRPr sz="1500" b="0">
                <a:solidFill>
                  <a:srgbClr val="E2E8F0"/>
                </a:solidFill>
                <a:latin typeface="Arial"/>
                <a:ea typeface="Arial"/>
                <a:cs typeface="Arial"/>
              </a:defRPr>
            </a:lvl3pPr>
            <a:lvl4pPr algn="l">
              <a:defRPr sz="1500" b="0">
                <a:solidFill>
                  <a:srgbClr val="E2E8F0"/>
                </a:solidFill>
                <a:latin typeface="Arial"/>
                <a:ea typeface="Arial"/>
                <a:cs typeface="Arial"/>
              </a:defRPr>
            </a:lvl4pPr>
            <a:lvl5pPr algn="l">
              <a:defRPr sz="1500" b="0">
                <a:solidFill>
                  <a:srgbClr val="E2E8F0"/>
                </a:solidFill>
                <a:latin typeface="Arial"/>
                <a:ea typeface="Arial"/>
                <a:cs typeface="Arial"/>
              </a:defRPr>
            </a:lvl5pPr>
            <a:lvl6pPr algn="l">
              <a:defRPr sz="1500" b="0">
                <a:solidFill>
                  <a:srgbClr val="E2E8F0"/>
                </a:solidFill>
                <a:latin typeface="Arial"/>
                <a:ea typeface="Arial"/>
                <a:cs typeface="Arial"/>
              </a:defRPr>
            </a:lvl6pPr>
            <a:lvl7pPr algn="l">
              <a:defRPr sz="1500" b="0">
                <a:solidFill>
                  <a:srgbClr val="E2E8F0"/>
                </a:solidFill>
                <a:latin typeface="Arial"/>
                <a:ea typeface="Arial"/>
                <a:cs typeface="Arial"/>
              </a:defRPr>
            </a:lvl7pPr>
            <a:lvl8pPr algn="l">
              <a:defRPr sz="1500" b="0">
                <a:solidFill>
                  <a:srgbClr val="E2E8F0"/>
                </a:solidFill>
                <a:latin typeface="Arial"/>
                <a:ea typeface="Arial"/>
                <a:cs typeface="Arial"/>
              </a:defRPr>
            </a:lvl8pPr>
            <a:lvl9pPr algn="l">
              <a:defRPr sz="1500" b="0">
                <a:solidFill>
                  <a:srgbClr val="E2E8F0"/>
                </a:solidFill>
                <a:latin typeface="Arial"/>
                <a:ea typeface="Arial"/>
                <a:cs typeface="Arial"/>
              </a:defRPr>
            </a:lvl9pPr>
          </a:lstStyle>
          <a:p xmlns:a="http://schemas.openxmlformats.org/drawingml/2006/main">
            <a:pPr algn="l">
              <a:defRPr sz="1500" b="0">
                <a:solidFill>
                  <a:srgbClr val="E2E8F0"/>
                </a:solidFill>
                <a:latin typeface="Arial"/>
                <a:ea typeface="Arial"/>
                <a:cs typeface="Arial"/>
              </a:defRPr>
            </a:pPr>
            <a:r>
              <a:rPr sz="1500" b="0">
                <a:solidFill>
                  <a:srgbClr val="E2E8F0"/>
                </a:solidFill>
                <a:latin typeface="Arial"/>
                <a:ea typeface="Arial"/>
                <a:cs typeface="Arial"/>
              </a:rPr>
              <a:t>Redmi / HyperOS listener reliability</a:t>
            </a:r>
          </a:p>
        </p:txBody>
      </p:sp>
      <p:sp>
        <p:nvSpPr>
          <p:cNvPr id="17" name="">
            <a:extLst xmlns:a="http://schemas.openxmlformats.org/drawingml/2006/main">
              <a:ext uri="{FF2B5EF4-FFF2-40B4-BE49-F238E27FC236}">
                <a16:creationId xmlns:a16="http://schemas.microsoft.com/office/drawing/2014/main" id="{A4F53F60-EF5C-4971-BAC9-9C1C820015C6}"/>
              </a:ext>
            </a:extLst>
          </p:cNvPr>
          <p:cNvSpPr>
            <a:spLocks xmlns:a="http://schemas.openxmlformats.org/drawingml/2006/main" noGrp="1"/>
          </p:cNvSpPr>
          <p:nvPr/>
        </p:nvSpPr>
        <p:spPr>
          <a:xfrm xmlns:a="http://schemas.openxmlformats.org/drawingml/2006/main">
            <a:off x="6457950" y="2686050"/>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6A23C"/>
                </a:solidFill>
                <a:latin typeface="Arial"/>
                <a:ea typeface="Arial"/>
                <a:cs typeface="Arial"/>
              </a:defRPr>
            </a:defPPr>
            <a:lvl1pPr algn="l">
              <a:defRPr sz="1650" b="1">
                <a:solidFill>
                  <a:srgbClr val="E6A23C"/>
                </a:solidFill>
                <a:latin typeface="Arial"/>
                <a:ea typeface="Arial"/>
                <a:cs typeface="Arial"/>
              </a:defRPr>
            </a:lvl1pPr>
            <a:lvl2pPr algn="l">
              <a:defRPr sz="1650" b="1">
                <a:solidFill>
                  <a:srgbClr val="E6A23C"/>
                </a:solidFill>
                <a:latin typeface="Arial"/>
                <a:ea typeface="Arial"/>
                <a:cs typeface="Arial"/>
              </a:defRPr>
            </a:lvl2pPr>
            <a:lvl3pPr algn="l">
              <a:defRPr sz="1650" b="1">
                <a:solidFill>
                  <a:srgbClr val="E6A23C"/>
                </a:solidFill>
                <a:latin typeface="Arial"/>
                <a:ea typeface="Arial"/>
                <a:cs typeface="Arial"/>
              </a:defRPr>
            </a:lvl3pPr>
            <a:lvl4pPr algn="l">
              <a:defRPr sz="1650" b="1">
                <a:solidFill>
                  <a:srgbClr val="E6A23C"/>
                </a:solidFill>
                <a:latin typeface="Arial"/>
                <a:ea typeface="Arial"/>
                <a:cs typeface="Arial"/>
              </a:defRPr>
            </a:lvl4pPr>
            <a:lvl5pPr algn="l">
              <a:defRPr sz="1650" b="1">
                <a:solidFill>
                  <a:srgbClr val="E6A23C"/>
                </a:solidFill>
                <a:latin typeface="Arial"/>
                <a:ea typeface="Arial"/>
                <a:cs typeface="Arial"/>
              </a:defRPr>
            </a:lvl5pPr>
            <a:lvl6pPr algn="l">
              <a:defRPr sz="1650" b="1">
                <a:solidFill>
                  <a:srgbClr val="E6A23C"/>
                </a:solidFill>
                <a:latin typeface="Arial"/>
                <a:ea typeface="Arial"/>
                <a:cs typeface="Arial"/>
              </a:defRPr>
            </a:lvl6pPr>
            <a:lvl7pPr algn="l">
              <a:defRPr sz="1650" b="1">
                <a:solidFill>
                  <a:srgbClr val="E6A23C"/>
                </a:solidFill>
                <a:latin typeface="Arial"/>
                <a:ea typeface="Arial"/>
                <a:cs typeface="Arial"/>
              </a:defRPr>
            </a:lvl7pPr>
            <a:lvl8pPr algn="l">
              <a:defRPr sz="1650" b="1">
                <a:solidFill>
                  <a:srgbClr val="E6A23C"/>
                </a:solidFill>
                <a:latin typeface="Arial"/>
                <a:ea typeface="Arial"/>
                <a:cs typeface="Arial"/>
              </a:defRPr>
            </a:lvl8pPr>
            <a:lvl9pPr algn="l">
              <a:defRPr sz="1650" b="1">
                <a:solidFill>
                  <a:srgbClr val="E6A23C"/>
                </a:solidFill>
                <a:latin typeface="Arial"/>
                <a:ea typeface="Arial"/>
                <a:cs typeface="Arial"/>
              </a:defRPr>
            </a:lvl9pPr>
          </a:lstStyle>
          <a:p xmlns:a="http://schemas.openxmlformats.org/drawingml/2006/main">
            <a:pPr algn="l">
              <a:defRPr sz="1650" b="1">
                <a:solidFill>
                  <a:srgbClr val="E6A23C"/>
                </a:solidFill>
                <a:latin typeface="Arial"/>
                <a:ea typeface="Arial"/>
                <a:cs typeface="Arial"/>
              </a:defRPr>
            </a:pPr>
            <a:r>
              <a:rPr sz="1650" b="1">
                <a:solidFill>
                  <a:srgbClr val="E6A23C"/>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E7E82029-C3BA-4EAB-9FA5-41717D6F02CB}"/>
              </a:ext>
            </a:extLst>
          </p:cNvPr>
          <p:cNvSpPr>
            <a:spLocks xmlns:a="http://schemas.openxmlformats.org/drawingml/2006/main" noGrp="1"/>
          </p:cNvSpPr>
          <p:nvPr/>
        </p:nvSpPr>
        <p:spPr>
          <a:xfrm xmlns:a="http://schemas.openxmlformats.org/drawingml/2006/main">
            <a:off x="6877050" y="2686050"/>
            <a:ext cx="449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2E8F0"/>
                </a:solidFill>
                <a:latin typeface="Arial"/>
                <a:ea typeface="Arial"/>
                <a:cs typeface="Arial"/>
              </a:defRPr>
            </a:defPPr>
            <a:lvl1pPr algn="l">
              <a:defRPr sz="1500" b="0">
                <a:solidFill>
                  <a:srgbClr val="E2E8F0"/>
                </a:solidFill>
                <a:latin typeface="Arial"/>
                <a:ea typeface="Arial"/>
                <a:cs typeface="Arial"/>
              </a:defRPr>
            </a:lvl1pPr>
            <a:lvl2pPr algn="l">
              <a:defRPr sz="1500" b="0">
                <a:solidFill>
                  <a:srgbClr val="E2E8F0"/>
                </a:solidFill>
                <a:latin typeface="Arial"/>
                <a:ea typeface="Arial"/>
                <a:cs typeface="Arial"/>
              </a:defRPr>
            </a:lvl2pPr>
            <a:lvl3pPr algn="l">
              <a:defRPr sz="1500" b="0">
                <a:solidFill>
                  <a:srgbClr val="E2E8F0"/>
                </a:solidFill>
                <a:latin typeface="Arial"/>
                <a:ea typeface="Arial"/>
                <a:cs typeface="Arial"/>
              </a:defRPr>
            </a:lvl3pPr>
            <a:lvl4pPr algn="l">
              <a:defRPr sz="1500" b="0">
                <a:solidFill>
                  <a:srgbClr val="E2E8F0"/>
                </a:solidFill>
                <a:latin typeface="Arial"/>
                <a:ea typeface="Arial"/>
                <a:cs typeface="Arial"/>
              </a:defRPr>
            </a:lvl4pPr>
            <a:lvl5pPr algn="l">
              <a:defRPr sz="1500" b="0">
                <a:solidFill>
                  <a:srgbClr val="E2E8F0"/>
                </a:solidFill>
                <a:latin typeface="Arial"/>
                <a:ea typeface="Arial"/>
                <a:cs typeface="Arial"/>
              </a:defRPr>
            </a:lvl5pPr>
            <a:lvl6pPr algn="l">
              <a:defRPr sz="1500" b="0">
                <a:solidFill>
                  <a:srgbClr val="E2E8F0"/>
                </a:solidFill>
                <a:latin typeface="Arial"/>
                <a:ea typeface="Arial"/>
                <a:cs typeface="Arial"/>
              </a:defRPr>
            </a:lvl6pPr>
            <a:lvl7pPr algn="l">
              <a:defRPr sz="1500" b="0">
                <a:solidFill>
                  <a:srgbClr val="E2E8F0"/>
                </a:solidFill>
                <a:latin typeface="Arial"/>
                <a:ea typeface="Arial"/>
                <a:cs typeface="Arial"/>
              </a:defRPr>
            </a:lvl7pPr>
            <a:lvl8pPr algn="l">
              <a:defRPr sz="1500" b="0">
                <a:solidFill>
                  <a:srgbClr val="E2E8F0"/>
                </a:solidFill>
                <a:latin typeface="Arial"/>
                <a:ea typeface="Arial"/>
                <a:cs typeface="Arial"/>
              </a:defRPr>
            </a:lvl8pPr>
            <a:lvl9pPr algn="l">
              <a:defRPr sz="1500" b="0">
                <a:solidFill>
                  <a:srgbClr val="E2E8F0"/>
                </a:solidFill>
                <a:latin typeface="Arial"/>
                <a:ea typeface="Arial"/>
                <a:cs typeface="Arial"/>
              </a:defRPr>
            </a:lvl9pPr>
          </a:lstStyle>
          <a:p xmlns:a="http://schemas.openxmlformats.org/drawingml/2006/main">
            <a:pPr algn="l">
              <a:defRPr sz="1500" b="0">
                <a:solidFill>
                  <a:srgbClr val="E2E8F0"/>
                </a:solidFill>
                <a:latin typeface="Arial"/>
                <a:ea typeface="Arial"/>
                <a:cs typeface="Arial"/>
              </a:defRPr>
            </a:pPr>
            <a:r>
              <a:rPr sz="1500" b="0">
                <a:solidFill>
                  <a:srgbClr val="E2E8F0"/>
                </a:solidFill>
                <a:latin typeface="Arial"/>
                <a:ea typeface="Arial"/>
                <a:cs typeface="Arial"/>
              </a:rPr>
              <a:t>Whether a banner flashes before it is held</a:t>
            </a:r>
          </a:p>
        </p:txBody>
      </p:sp>
      <p:sp>
        <p:nvSpPr>
          <p:cNvPr id="19" name="">
            <a:extLst xmlns:a="http://schemas.openxmlformats.org/drawingml/2006/main">
              <a:ext uri="{FF2B5EF4-FFF2-40B4-BE49-F238E27FC236}">
                <a16:creationId xmlns:a16="http://schemas.microsoft.com/office/drawing/2014/main" id="{069ECE48-85A0-4D72-85D4-F0935DD34CE5}"/>
              </a:ext>
            </a:extLst>
          </p:cNvPr>
          <p:cNvSpPr>
            <a:spLocks xmlns:a="http://schemas.openxmlformats.org/drawingml/2006/main" noGrp="1"/>
          </p:cNvSpPr>
          <p:nvPr/>
        </p:nvSpPr>
        <p:spPr>
          <a:xfrm xmlns:a="http://schemas.openxmlformats.org/drawingml/2006/main">
            <a:off x="6457950" y="3448050"/>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6A23C"/>
                </a:solidFill>
                <a:latin typeface="Arial"/>
                <a:ea typeface="Arial"/>
                <a:cs typeface="Arial"/>
              </a:defRPr>
            </a:defPPr>
            <a:lvl1pPr algn="l">
              <a:defRPr sz="1650" b="1">
                <a:solidFill>
                  <a:srgbClr val="E6A23C"/>
                </a:solidFill>
                <a:latin typeface="Arial"/>
                <a:ea typeface="Arial"/>
                <a:cs typeface="Arial"/>
              </a:defRPr>
            </a:lvl1pPr>
            <a:lvl2pPr algn="l">
              <a:defRPr sz="1650" b="1">
                <a:solidFill>
                  <a:srgbClr val="E6A23C"/>
                </a:solidFill>
                <a:latin typeface="Arial"/>
                <a:ea typeface="Arial"/>
                <a:cs typeface="Arial"/>
              </a:defRPr>
            </a:lvl2pPr>
            <a:lvl3pPr algn="l">
              <a:defRPr sz="1650" b="1">
                <a:solidFill>
                  <a:srgbClr val="E6A23C"/>
                </a:solidFill>
                <a:latin typeface="Arial"/>
                <a:ea typeface="Arial"/>
                <a:cs typeface="Arial"/>
              </a:defRPr>
            </a:lvl3pPr>
            <a:lvl4pPr algn="l">
              <a:defRPr sz="1650" b="1">
                <a:solidFill>
                  <a:srgbClr val="E6A23C"/>
                </a:solidFill>
                <a:latin typeface="Arial"/>
                <a:ea typeface="Arial"/>
                <a:cs typeface="Arial"/>
              </a:defRPr>
            </a:lvl4pPr>
            <a:lvl5pPr algn="l">
              <a:defRPr sz="1650" b="1">
                <a:solidFill>
                  <a:srgbClr val="E6A23C"/>
                </a:solidFill>
                <a:latin typeface="Arial"/>
                <a:ea typeface="Arial"/>
                <a:cs typeface="Arial"/>
              </a:defRPr>
            </a:lvl5pPr>
            <a:lvl6pPr algn="l">
              <a:defRPr sz="1650" b="1">
                <a:solidFill>
                  <a:srgbClr val="E6A23C"/>
                </a:solidFill>
                <a:latin typeface="Arial"/>
                <a:ea typeface="Arial"/>
                <a:cs typeface="Arial"/>
              </a:defRPr>
            </a:lvl6pPr>
            <a:lvl7pPr algn="l">
              <a:defRPr sz="1650" b="1">
                <a:solidFill>
                  <a:srgbClr val="E6A23C"/>
                </a:solidFill>
                <a:latin typeface="Arial"/>
                <a:ea typeface="Arial"/>
                <a:cs typeface="Arial"/>
              </a:defRPr>
            </a:lvl7pPr>
            <a:lvl8pPr algn="l">
              <a:defRPr sz="1650" b="1">
                <a:solidFill>
                  <a:srgbClr val="E6A23C"/>
                </a:solidFill>
                <a:latin typeface="Arial"/>
                <a:ea typeface="Arial"/>
                <a:cs typeface="Arial"/>
              </a:defRPr>
            </a:lvl8pPr>
            <a:lvl9pPr algn="l">
              <a:defRPr sz="1650" b="1">
                <a:solidFill>
                  <a:srgbClr val="E6A23C"/>
                </a:solidFill>
                <a:latin typeface="Arial"/>
                <a:ea typeface="Arial"/>
                <a:cs typeface="Arial"/>
              </a:defRPr>
            </a:lvl9pPr>
          </a:lstStyle>
          <a:p xmlns:a="http://schemas.openxmlformats.org/drawingml/2006/main">
            <a:pPr algn="l">
              <a:defRPr sz="1650" b="1">
                <a:solidFill>
                  <a:srgbClr val="E6A23C"/>
                </a:solidFill>
                <a:latin typeface="Arial"/>
                <a:ea typeface="Arial"/>
                <a:cs typeface="Arial"/>
              </a:defRPr>
            </a:pPr>
            <a:r>
              <a:rPr sz="1650" b="1">
                <a:solidFill>
                  <a:srgbClr val="E6A23C"/>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E2E37854-3BF4-437C-9ED2-19C1B9352FD7}"/>
              </a:ext>
            </a:extLst>
          </p:cNvPr>
          <p:cNvSpPr>
            <a:spLocks xmlns:a="http://schemas.openxmlformats.org/drawingml/2006/main" noGrp="1"/>
          </p:cNvSpPr>
          <p:nvPr/>
        </p:nvSpPr>
        <p:spPr>
          <a:xfrm xmlns:a="http://schemas.openxmlformats.org/drawingml/2006/main">
            <a:off x="6877050" y="3448050"/>
            <a:ext cx="449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2E8F0"/>
                </a:solidFill>
                <a:latin typeface="Arial"/>
                <a:ea typeface="Arial"/>
                <a:cs typeface="Arial"/>
              </a:defRPr>
            </a:defPPr>
            <a:lvl1pPr algn="l">
              <a:defRPr sz="1500" b="0">
                <a:solidFill>
                  <a:srgbClr val="E2E8F0"/>
                </a:solidFill>
                <a:latin typeface="Arial"/>
                <a:ea typeface="Arial"/>
                <a:cs typeface="Arial"/>
              </a:defRPr>
            </a:lvl1pPr>
            <a:lvl2pPr algn="l">
              <a:defRPr sz="1500" b="0">
                <a:solidFill>
                  <a:srgbClr val="E2E8F0"/>
                </a:solidFill>
                <a:latin typeface="Arial"/>
                <a:ea typeface="Arial"/>
                <a:cs typeface="Arial"/>
              </a:defRPr>
            </a:lvl2pPr>
            <a:lvl3pPr algn="l">
              <a:defRPr sz="1500" b="0">
                <a:solidFill>
                  <a:srgbClr val="E2E8F0"/>
                </a:solidFill>
                <a:latin typeface="Arial"/>
                <a:ea typeface="Arial"/>
                <a:cs typeface="Arial"/>
              </a:defRPr>
            </a:lvl3pPr>
            <a:lvl4pPr algn="l">
              <a:defRPr sz="1500" b="0">
                <a:solidFill>
                  <a:srgbClr val="E2E8F0"/>
                </a:solidFill>
                <a:latin typeface="Arial"/>
                <a:ea typeface="Arial"/>
                <a:cs typeface="Arial"/>
              </a:defRPr>
            </a:lvl4pPr>
            <a:lvl5pPr algn="l">
              <a:defRPr sz="1500" b="0">
                <a:solidFill>
                  <a:srgbClr val="E2E8F0"/>
                </a:solidFill>
                <a:latin typeface="Arial"/>
                <a:ea typeface="Arial"/>
                <a:cs typeface="Arial"/>
              </a:defRPr>
            </a:lvl5pPr>
            <a:lvl6pPr algn="l">
              <a:defRPr sz="1500" b="0">
                <a:solidFill>
                  <a:srgbClr val="E2E8F0"/>
                </a:solidFill>
                <a:latin typeface="Arial"/>
                <a:ea typeface="Arial"/>
                <a:cs typeface="Arial"/>
              </a:defRPr>
            </a:lvl6pPr>
            <a:lvl7pPr algn="l">
              <a:defRPr sz="1500" b="0">
                <a:solidFill>
                  <a:srgbClr val="E2E8F0"/>
                </a:solidFill>
                <a:latin typeface="Arial"/>
                <a:ea typeface="Arial"/>
                <a:cs typeface="Arial"/>
              </a:defRPr>
            </a:lvl7pPr>
            <a:lvl8pPr algn="l">
              <a:defRPr sz="1500" b="0">
                <a:solidFill>
                  <a:srgbClr val="E2E8F0"/>
                </a:solidFill>
                <a:latin typeface="Arial"/>
                <a:ea typeface="Arial"/>
                <a:cs typeface="Arial"/>
              </a:defRPr>
            </a:lvl8pPr>
            <a:lvl9pPr algn="l">
              <a:defRPr sz="1500" b="0">
                <a:solidFill>
                  <a:srgbClr val="E2E8F0"/>
                </a:solidFill>
                <a:latin typeface="Arial"/>
                <a:ea typeface="Arial"/>
                <a:cs typeface="Arial"/>
              </a:defRPr>
            </a:lvl9pPr>
          </a:lstStyle>
          <a:p xmlns:a="http://schemas.openxmlformats.org/drawingml/2006/main">
            <a:pPr algn="l">
              <a:defRPr sz="1500" b="0">
                <a:solidFill>
                  <a:srgbClr val="E2E8F0"/>
                </a:solidFill>
                <a:latin typeface="Arial"/>
                <a:ea typeface="Arial"/>
                <a:cs typeface="Arial"/>
              </a:defRPr>
            </a:pPr>
            <a:r>
              <a:rPr sz="1500" b="0">
                <a:solidFill>
                  <a:srgbClr val="E2E8F0"/>
                </a:solidFill>
                <a:latin typeface="Arial"/>
                <a:ea typeface="Arial"/>
                <a:cs typeface="Arial"/>
              </a:rPr>
              <a:t>Snooze return, reboot and force-stop behavior</a:t>
            </a:r>
          </a:p>
        </p:txBody>
      </p:sp>
      <p:sp>
        <p:nvSpPr>
          <p:cNvPr id="21" name="">
            <a:extLst xmlns:a="http://schemas.openxmlformats.org/drawingml/2006/main">
              <a:ext uri="{FF2B5EF4-FFF2-40B4-BE49-F238E27FC236}">
                <a16:creationId xmlns:a16="http://schemas.microsoft.com/office/drawing/2014/main" id="{EBEDF571-F177-4861-815D-2FF95014208E}"/>
              </a:ext>
            </a:extLst>
          </p:cNvPr>
          <p:cNvSpPr>
            <a:spLocks xmlns:a="http://schemas.openxmlformats.org/drawingml/2006/main" noGrp="1"/>
          </p:cNvSpPr>
          <p:nvPr/>
        </p:nvSpPr>
        <p:spPr>
          <a:xfrm xmlns:a="http://schemas.openxmlformats.org/drawingml/2006/main">
            <a:off x="6457950" y="4210050"/>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6A23C"/>
                </a:solidFill>
                <a:latin typeface="Arial"/>
                <a:ea typeface="Arial"/>
                <a:cs typeface="Arial"/>
              </a:defRPr>
            </a:defPPr>
            <a:lvl1pPr algn="l">
              <a:defRPr sz="1650" b="1">
                <a:solidFill>
                  <a:srgbClr val="E6A23C"/>
                </a:solidFill>
                <a:latin typeface="Arial"/>
                <a:ea typeface="Arial"/>
                <a:cs typeface="Arial"/>
              </a:defRPr>
            </a:lvl1pPr>
            <a:lvl2pPr algn="l">
              <a:defRPr sz="1650" b="1">
                <a:solidFill>
                  <a:srgbClr val="E6A23C"/>
                </a:solidFill>
                <a:latin typeface="Arial"/>
                <a:ea typeface="Arial"/>
                <a:cs typeface="Arial"/>
              </a:defRPr>
            </a:lvl2pPr>
            <a:lvl3pPr algn="l">
              <a:defRPr sz="1650" b="1">
                <a:solidFill>
                  <a:srgbClr val="E6A23C"/>
                </a:solidFill>
                <a:latin typeface="Arial"/>
                <a:ea typeface="Arial"/>
                <a:cs typeface="Arial"/>
              </a:defRPr>
            </a:lvl3pPr>
            <a:lvl4pPr algn="l">
              <a:defRPr sz="1650" b="1">
                <a:solidFill>
                  <a:srgbClr val="E6A23C"/>
                </a:solidFill>
                <a:latin typeface="Arial"/>
                <a:ea typeface="Arial"/>
                <a:cs typeface="Arial"/>
              </a:defRPr>
            </a:lvl4pPr>
            <a:lvl5pPr algn="l">
              <a:defRPr sz="1650" b="1">
                <a:solidFill>
                  <a:srgbClr val="E6A23C"/>
                </a:solidFill>
                <a:latin typeface="Arial"/>
                <a:ea typeface="Arial"/>
                <a:cs typeface="Arial"/>
              </a:defRPr>
            </a:lvl5pPr>
            <a:lvl6pPr algn="l">
              <a:defRPr sz="1650" b="1">
                <a:solidFill>
                  <a:srgbClr val="E6A23C"/>
                </a:solidFill>
                <a:latin typeface="Arial"/>
                <a:ea typeface="Arial"/>
                <a:cs typeface="Arial"/>
              </a:defRPr>
            </a:lvl6pPr>
            <a:lvl7pPr algn="l">
              <a:defRPr sz="1650" b="1">
                <a:solidFill>
                  <a:srgbClr val="E6A23C"/>
                </a:solidFill>
                <a:latin typeface="Arial"/>
                <a:ea typeface="Arial"/>
                <a:cs typeface="Arial"/>
              </a:defRPr>
            </a:lvl7pPr>
            <a:lvl8pPr algn="l">
              <a:defRPr sz="1650" b="1">
                <a:solidFill>
                  <a:srgbClr val="E6A23C"/>
                </a:solidFill>
                <a:latin typeface="Arial"/>
                <a:ea typeface="Arial"/>
                <a:cs typeface="Arial"/>
              </a:defRPr>
            </a:lvl8pPr>
            <a:lvl9pPr algn="l">
              <a:defRPr sz="1650" b="1">
                <a:solidFill>
                  <a:srgbClr val="E6A23C"/>
                </a:solidFill>
                <a:latin typeface="Arial"/>
                <a:ea typeface="Arial"/>
                <a:cs typeface="Arial"/>
              </a:defRPr>
            </a:lvl9pPr>
          </a:lstStyle>
          <a:p xmlns:a="http://schemas.openxmlformats.org/drawingml/2006/main">
            <a:pPr algn="l">
              <a:defRPr sz="1650" b="1">
                <a:solidFill>
                  <a:srgbClr val="E6A23C"/>
                </a:solidFill>
                <a:latin typeface="Arial"/>
                <a:ea typeface="Arial"/>
                <a:cs typeface="Arial"/>
              </a:defRPr>
            </a:pPr>
            <a:r>
              <a:rPr sz="1650" b="1">
                <a:solidFill>
                  <a:srgbClr val="E6A23C"/>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8F9C94F6-8D22-486A-BE14-7605B14789CC}"/>
              </a:ext>
            </a:extLst>
          </p:cNvPr>
          <p:cNvSpPr>
            <a:spLocks xmlns:a="http://schemas.openxmlformats.org/drawingml/2006/main" noGrp="1"/>
          </p:cNvSpPr>
          <p:nvPr/>
        </p:nvSpPr>
        <p:spPr>
          <a:xfrm xmlns:a="http://schemas.openxmlformats.org/drawingml/2006/main">
            <a:off x="6877050" y="4210050"/>
            <a:ext cx="449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2E8F0"/>
                </a:solidFill>
                <a:latin typeface="Arial"/>
                <a:ea typeface="Arial"/>
                <a:cs typeface="Arial"/>
              </a:defRPr>
            </a:defPPr>
            <a:lvl1pPr algn="l">
              <a:defRPr sz="1500" b="0">
                <a:solidFill>
                  <a:srgbClr val="E2E8F0"/>
                </a:solidFill>
                <a:latin typeface="Arial"/>
                <a:ea typeface="Arial"/>
                <a:cs typeface="Arial"/>
              </a:defRPr>
            </a:lvl1pPr>
            <a:lvl2pPr algn="l">
              <a:defRPr sz="1500" b="0">
                <a:solidFill>
                  <a:srgbClr val="E2E8F0"/>
                </a:solidFill>
                <a:latin typeface="Arial"/>
                <a:ea typeface="Arial"/>
                <a:cs typeface="Arial"/>
              </a:defRPr>
            </a:lvl2pPr>
            <a:lvl3pPr algn="l">
              <a:defRPr sz="1500" b="0">
                <a:solidFill>
                  <a:srgbClr val="E2E8F0"/>
                </a:solidFill>
                <a:latin typeface="Arial"/>
                <a:ea typeface="Arial"/>
                <a:cs typeface="Arial"/>
              </a:defRPr>
            </a:lvl3pPr>
            <a:lvl4pPr algn="l">
              <a:defRPr sz="1500" b="0">
                <a:solidFill>
                  <a:srgbClr val="E2E8F0"/>
                </a:solidFill>
                <a:latin typeface="Arial"/>
                <a:ea typeface="Arial"/>
                <a:cs typeface="Arial"/>
              </a:defRPr>
            </a:lvl4pPr>
            <a:lvl5pPr algn="l">
              <a:defRPr sz="1500" b="0">
                <a:solidFill>
                  <a:srgbClr val="E2E8F0"/>
                </a:solidFill>
                <a:latin typeface="Arial"/>
                <a:ea typeface="Arial"/>
                <a:cs typeface="Arial"/>
              </a:defRPr>
            </a:lvl5pPr>
            <a:lvl6pPr algn="l">
              <a:defRPr sz="1500" b="0">
                <a:solidFill>
                  <a:srgbClr val="E2E8F0"/>
                </a:solidFill>
                <a:latin typeface="Arial"/>
                <a:ea typeface="Arial"/>
                <a:cs typeface="Arial"/>
              </a:defRPr>
            </a:lvl6pPr>
            <a:lvl7pPr algn="l">
              <a:defRPr sz="1500" b="0">
                <a:solidFill>
                  <a:srgbClr val="E2E8F0"/>
                </a:solidFill>
                <a:latin typeface="Arial"/>
                <a:ea typeface="Arial"/>
                <a:cs typeface="Arial"/>
              </a:defRPr>
            </a:lvl7pPr>
            <a:lvl8pPr algn="l">
              <a:defRPr sz="1500" b="0">
                <a:solidFill>
                  <a:srgbClr val="E2E8F0"/>
                </a:solidFill>
                <a:latin typeface="Arial"/>
                <a:ea typeface="Arial"/>
                <a:cs typeface="Arial"/>
              </a:defRPr>
            </a:lvl8pPr>
            <a:lvl9pPr algn="l">
              <a:defRPr sz="1500" b="0">
                <a:solidFill>
                  <a:srgbClr val="E2E8F0"/>
                </a:solidFill>
                <a:latin typeface="Arial"/>
                <a:ea typeface="Arial"/>
                <a:cs typeface="Arial"/>
              </a:defRPr>
            </a:lvl9pPr>
          </a:lstStyle>
          <a:p xmlns:a="http://schemas.openxmlformats.org/drawingml/2006/main">
            <a:pPr algn="l">
              <a:defRPr sz="1500" b="0">
                <a:solidFill>
                  <a:srgbClr val="E2E8F0"/>
                </a:solidFill>
                <a:latin typeface="Arial"/>
                <a:ea typeface="Arial"/>
                <a:cs typeface="Arial"/>
              </a:defRPr>
            </a:pPr>
            <a:r>
              <a:rPr sz="1500" b="0">
                <a:solidFill>
                  <a:srgbClr val="E2E8F0"/>
                </a:solidFill>
                <a:latin typeface="Arial"/>
                <a:ea typeface="Arial"/>
                <a:cs typeface="Arial"/>
              </a:rPr>
              <a:t>Smart estimates: prototype, synthetic model data</a:t>
            </a:r>
          </a:p>
        </p:txBody>
      </p:sp>
      <p:sp>
        <p:nvSpPr>
          <p:cNvPr id="23" name="">
            <a:extLst xmlns:a="http://schemas.openxmlformats.org/drawingml/2006/main">
              <a:ext uri="{FF2B5EF4-FFF2-40B4-BE49-F238E27FC236}">
                <a16:creationId xmlns:a16="http://schemas.microsoft.com/office/drawing/2014/main" id="{32DAB558-8CDF-4211-B74E-B4136F9FB98F}"/>
              </a:ext>
            </a:extLst>
          </p:cNvPr>
          <p:cNvSpPr>
            <a:spLocks xmlns:a="http://schemas.openxmlformats.org/drawingml/2006/main" noGrp="1"/>
          </p:cNvSpPr>
          <p:nvPr/>
        </p:nvSpPr>
        <p:spPr>
          <a:xfrm xmlns:a="http://schemas.openxmlformats.org/drawingml/2006/main">
            <a:off x="685800" y="5314950"/>
            <a:ext cx="1076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27C3D3"/>
                </a:solidFill>
                <a:latin typeface="Arial"/>
                <a:ea typeface="Arial"/>
                <a:cs typeface="Arial"/>
              </a:defRPr>
            </a:defPPr>
            <a:lvl1pPr algn="l">
              <a:defRPr sz="1575" b="1">
                <a:solidFill>
                  <a:srgbClr val="27C3D3"/>
                </a:solidFill>
                <a:latin typeface="Arial"/>
                <a:ea typeface="Arial"/>
                <a:cs typeface="Arial"/>
              </a:defRPr>
            </a:lvl1pPr>
            <a:lvl2pPr algn="l">
              <a:defRPr sz="1575" b="1">
                <a:solidFill>
                  <a:srgbClr val="27C3D3"/>
                </a:solidFill>
                <a:latin typeface="Arial"/>
                <a:ea typeface="Arial"/>
                <a:cs typeface="Arial"/>
              </a:defRPr>
            </a:lvl2pPr>
            <a:lvl3pPr algn="l">
              <a:defRPr sz="1575" b="1">
                <a:solidFill>
                  <a:srgbClr val="27C3D3"/>
                </a:solidFill>
                <a:latin typeface="Arial"/>
                <a:ea typeface="Arial"/>
                <a:cs typeface="Arial"/>
              </a:defRPr>
            </a:lvl3pPr>
            <a:lvl4pPr algn="l">
              <a:defRPr sz="1575" b="1">
                <a:solidFill>
                  <a:srgbClr val="27C3D3"/>
                </a:solidFill>
                <a:latin typeface="Arial"/>
                <a:ea typeface="Arial"/>
                <a:cs typeface="Arial"/>
              </a:defRPr>
            </a:lvl4pPr>
            <a:lvl5pPr algn="l">
              <a:defRPr sz="1575" b="1">
                <a:solidFill>
                  <a:srgbClr val="27C3D3"/>
                </a:solidFill>
                <a:latin typeface="Arial"/>
                <a:ea typeface="Arial"/>
                <a:cs typeface="Arial"/>
              </a:defRPr>
            </a:lvl5pPr>
            <a:lvl6pPr algn="l">
              <a:defRPr sz="1575" b="1">
                <a:solidFill>
                  <a:srgbClr val="27C3D3"/>
                </a:solidFill>
                <a:latin typeface="Arial"/>
                <a:ea typeface="Arial"/>
                <a:cs typeface="Arial"/>
              </a:defRPr>
            </a:lvl6pPr>
            <a:lvl7pPr algn="l">
              <a:defRPr sz="1575" b="1">
                <a:solidFill>
                  <a:srgbClr val="27C3D3"/>
                </a:solidFill>
                <a:latin typeface="Arial"/>
                <a:ea typeface="Arial"/>
                <a:cs typeface="Arial"/>
              </a:defRPr>
            </a:lvl7pPr>
            <a:lvl8pPr algn="l">
              <a:defRPr sz="1575" b="1">
                <a:solidFill>
                  <a:srgbClr val="27C3D3"/>
                </a:solidFill>
                <a:latin typeface="Arial"/>
                <a:ea typeface="Arial"/>
                <a:cs typeface="Arial"/>
              </a:defRPr>
            </a:lvl8pPr>
            <a:lvl9pPr algn="l">
              <a:defRPr sz="1575" b="1">
                <a:solidFill>
                  <a:srgbClr val="27C3D3"/>
                </a:solidFill>
                <a:latin typeface="Arial"/>
                <a:ea typeface="Arial"/>
                <a:cs typeface="Arial"/>
              </a:defRPr>
            </a:lvl9pPr>
          </a:lstStyle>
          <a:p xmlns:a="http://schemas.openxmlformats.org/drawingml/2006/main">
            <a:pPr algn="l">
              <a:defRPr sz="1575" b="1">
                <a:solidFill>
                  <a:srgbClr val="27C3D3"/>
                </a:solidFill>
                <a:latin typeface="Arial"/>
                <a:ea typeface="Arial"/>
                <a:cs typeface="Arial"/>
              </a:defRPr>
            </a:pPr>
            <a:r>
              <a:rPr sz="1575" b="1">
                <a:solidFill>
                  <a:srgbClr val="27C3D3"/>
                </a:solidFill>
                <a:latin typeface="Arial"/>
                <a:ea typeface="Arial"/>
                <a:cs typeface="Arial"/>
              </a:rPr>
              <a:t>No real-user impact or personalization results are claimed.</a:t>
            </a:r>
          </a:p>
        </p:txBody>
      </p:sp>
      <p:sp>
        <p:nvSpPr>
          <p:cNvPr id="24" name="">
            <a:extLst xmlns:a="http://schemas.openxmlformats.org/drawingml/2006/main">
              <a:ext uri="{FF2B5EF4-FFF2-40B4-BE49-F238E27FC236}">
                <a16:creationId xmlns:a16="http://schemas.microsoft.com/office/drawing/2014/main" id="{D1116884-403F-4B21-AF52-808A36CDBDA7}"/>
              </a:ext>
            </a:extLst>
          </p:cNvPr>
          <p:cNvSpPr>
            <a:spLocks xmlns:a="http://schemas.openxmlformats.org/drawingml/2006/main" noGrp="1"/>
          </p:cNvSpPr>
          <p:nvPr/>
        </p:nvSpPr>
        <p:spPr>
          <a:xfrm xmlns:a="http://schemas.openxmlformats.org/drawingml/2006/main">
            <a:off x="685800" y="58483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AFC0D1"/>
                </a:solidFill>
                <a:latin typeface="Arial"/>
                <a:ea typeface="Arial"/>
                <a:cs typeface="Arial"/>
              </a:defRPr>
            </a:defPPr>
            <a:lvl1pPr algn="l">
              <a:defRPr sz="1125" b="0">
                <a:solidFill>
                  <a:srgbClr val="AFC0D1"/>
                </a:solidFill>
                <a:latin typeface="Arial"/>
                <a:ea typeface="Arial"/>
                <a:cs typeface="Arial"/>
              </a:defRPr>
            </a:lvl1pPr>
            <a:lvl2pPr algn="l">
              <a:defRPr sz="1125" b="0">
                <a:solidFill>
                  <a:srgbClr val="AFC0D1"/>
                </a:solidFill>
                <a:latin typeface="Arial"/>
                <a:ea typeface="Arial"/>
                <a:cs typeface="Arial"/>
              </a:defRPr>
            </a:lvl2pPr>
            <a:lvl3pPr algn="l">
              <a:defRPr sz="1125" b="0">
                <a:solidFill>
                  <a:srgbClr val="AFC0D1"/>
                </a:solidFill>
                <a:latin typeface="Arial"/>
                <a:ea typeface="Arial"/>
                <a:cs typeface="Arial"/>
              </a:defRPr>
            </a:lvl3pPr>
            <a:lvl4pPr algn="l">
              <a:defRPr sz="1125" b="0">
                <a:solidFill>
                  <a:srgbClr val="AFC0D1"/>
                </a:solidFill>
                <a:latin typeface="Arial"/>
                <a:ea typeface="Arial"/>
                <a:cs typeface="Arial"/>
              </a:defRPr>
            </a:lvl4pPr>
            <a:lvl5pPr algn="l">
              <a:defRPr sz="1125" b="0">
                <a:solidFill>
                  <a:srgbClr val="AFC0D1"/>
                </a:solidFill>
                <a:latin typeface="Arial"/>
                <a:ea typeface="Arial"/>
                <a:cs typeface="Arial"/>
              </a:defRPr>
            </a:lvl5pPr>
            <a:lvl6pPr algn="l">
              <a:defRPr sz="1125" b="0">
                <a:solidFill>
                  <a:srgbClr val="AFC0D1"/>
                </a:solidFill>
                <a:latin typeface="Arial"/>
                <a:ea typeface="Arial"/>
                <a:cs typeface="Arial"/>
              </a:defRPr>
            </a:lvl6pPr>
            <a:lvl7pPr algn="l">
              <a:defRPr sz="1125" b="0">
                <a:solidFill>
                  <a:srgbClr val="AFC0D1"/>
                </a:solidFill>
                <a:latin typeface="Arial"/>
                <a:ea typeface="Arial"/>
                <a:cs typeface="Arial"/>
              </a:defRPr>
            </a:lvl7pPr>
            <a:lvl8pPr algn="l">
              <a:defRPr sz="1125" b="0">
                <a:solidFill>
                  <a:srgbClr val="AFC0D1"/>
                </a:solidFill>
                <a:latin typeface="Arial"/>
                <a:ea typeface="Arial"/>
                <a:cs typeface="Arial"/>
              </a:defRPr>
            </a:lvl8pPr>
            <a:lvl9pPr algn="l">
              <a:defRPr sz="1125" b="0">
                <a:solidFill>
                  <a:srgbClr val="AFC0D1"/>
                </a:solidFill>
                <a:latin typeface="Arial"/>
                <a:ea typeface="Arial"/>
                <a:cs typeface="Arial"/>
              </a:defRPr>
            </a:lvl9pPr>
          </a:lstStyle>
          <a:p xmlns:a="http://schemas.openxmlformats.org/drawingml/2006/main">
            <a:pPr algn="l">
              <a:defRPr sz="1125" b="0">
                <a:solidFill>
                  <a:srgbClr val="AFC0D1"/>
                </a:solidFill>
                <a:latin typeface="Arial"/>
                <a:ea typeface="Arial"/>
                <a:cs typeface="Arial"/>
              </a:defRPr>
            </a:pPr>
            <a:r>
              <a:rPr sz="1125" b="0">
                <a:solidFill>
                  <a:srgbClr val="AFC0D1"/>
                </a:solidFill>
                <a:latin typeface="Arial"/>
                <a:ea typeface="Arial"/>
                <a:cs typeface="Arial"/>
              </a:rPr>
              <a:t>Current Android build and unit-test task passed; live Redmi tests remain.</a:t>
            </a:r>
          </a:p>
        </p:txBody>
      </p:sp>
    </p:spTree>
    <p:extLst>
      <p:ext uri="{BB962C8B-B14F-4D97-AF65-F5344CB8AC3E}">
        <p14:creationId xmlns:p14="http://schemas.microsoft.com/office/powerpoint/2010/main" val="1964882111"/>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F5973602-EED0-4547-846B-ABA8E96F2ACC}"/>
              </a:ext>
            </a:extLst>
          </p:cNvPr>
          <p:cNvSpPr>
            <a:spLocks xmlns:a="http://schemas.openxmlformats.org/drawingml/2006/main" noGrp="1"/>
          </p:cNvSpPr>
          <p:nvPr/>
        </p:nvSpPr>
        <p:spPr>
          <a:xfrm xmlns:a="http://schemas.openxmlformats.org/drawingml/2006/main">
            <a:off x="685800" y="3619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26174"/>
                </a:solidFill>
                <a:latin typeface="Arial"/>
                <a:ea typeface="Arial"/>
                <a:cs typeface="Arial"/>
              </a:defRPr>
            </a:defPPr>
            <a:lvl1pPr algn="l">
              <a:defRPr sz="1050" b="1">
                <a:solidFill>
                  <a:srgbClr val="526174"/>
                </a:solidFill>
                <a:latin typeface="Arial"/>
                <a:ea typeface="Arial"/>
                <a:cs typeface="Arial"/>
              </a:defRPr>
            </a:lvl1pPr>
            <a:lvl2pPr algn="l">
              <a:defRPr sz="1050" b="1">
                <a:solidFill>
                  <a:srgbClr val="526174"/>
                </a:solidFill>
                <a:latin typeface="Arial"/>
                <a:ea typeface="Arial"/>
                <a:cs typeface="Arial"/>
              </a:defRPr>
            </a:lvl2pPr>
            <a:lvl3pPr algn="l">
              <a:defRPr sz="1050" b="1">
                <a:solidFill>
                  <a:srgbClr val="526174"/>
                </a:solidFill>
                <a:latin typeface="Arial"/>
                <a:ea typeface="Arial"/>
                <a:cs typeface="Arial"/>
              </a:defRPr>
            </a:lvl3pPr>
            <a:lvl4pPr algn="l">
              <a:defRPr sz="1050" b="1">
                <a:solidFill>
                  <a:srgbClr val="526174"/>
                </a:solidFill>
                <a:latin typeface="Arial"/>
                <a:ea typeface="Arial"/>
                <a:cs typeface="Arial"/>
              </a:defRPr>
            </a:lvl4pPr>
            <a:lvl5pPr algn="l">
              <a:defRPr sz="1050" b="1">
                <a:solidFill>
                  <a:srgbClr val="526174"/>
                </a:solidFill>
                <a:latin typeface="Arial"/>
                <a:ea typeface="Arial"/>
                <a:cs typeface="Arial"/>
              </a:defRPr>
            </a:lvl5pPr>
            <a:lvl6pPr algn="l">
              <a:defRPr sz="1050" b="1">
                <a:solidFill>
                  <a:srgbClr val="526174"/>
                </a:solidFill>
                <a:latin typeface="Arial"/>
                <a:ea typeface="Arial"/>
                <a:cs typeface="Arial"/>
              </a:defRPr>
            </a:lvl6pPr>
            <a:lvl7pPr algn="l">
              <a:defRPr sz="1050" b="1">
                <a:solidFill>
                  <a:srgbClr val="526174"/>
                </a:solidFill>
                <a:latin typeface="Arial"/>
                <a:ea typeface="Arial"/>
                <a:cs typeface="Arial"/>
              </a:defRPr>
            </a:lvl7pPr>
            <a:lvl8pPr algn="l">
              <a:defRPr sz="1050" b="1">
                <a:solidFill>
                  <a:srgbClr val="526174"/>
                </a:solidFill>
                <a:latin typeface="Arial"/>
                <a:ea typeface="Arial"/>
                <a:cs typeface="Arial"/>
              </a:defRPr>
            </a:lvl8pPr>
            <a:lvl9pPr algn="l">
              <a:defRPr sz="1050" b="1">
                <a:solidFill>
                  <a:srgbClr val="526174"/>
                </a:solidFill>
                <a:latin typeface="Arial"/>
                <a:ea typeface="Arial"/>
                <a:cs typeface="Arial"/>
              </a:defRPr>
            </a:lvl9pPr>
          </a:lstStyle>
          <a:p xmlns:a="http://schemas.openxmlformats.org/drawingml/2006/main">
            <a:pPr algn="l">
              <a:defRPr sz="1050" b="1">
                <a:solidFill>
                  <a:srgbClr val="526174"/>
                </a:solidFill>
                <a:latin typeface="Arial"/>
                <a:ea typeface="Arial"/>
                <a:cs typeface="Arial"/>
              </a:defRPr>
            </a:pPr>
            <a:r>
              <a:rPr sz="1050" b="1">
                <a:solidFill>
                  <a:srgbClr val="526174"/>
                </a:solidFill>
                <a:latin typeface="Arial"/>
                <a:ea typeface="Arial"/>
                <a:cs typeface="Arial"/>
              </a:rPr>
              <a:t>THE ASK</a:t>
            </a:r>
          </a:p>
        </p:txBody>
      </p:sp>
      <p:sp>
        <p:nvSpPr>
          <p:cNvPr id="2" name="slide-number">
            <a:extLst xmlns:a="http://schemas.openxmlformats.org/drawingml/2006/main">
              <a:ext uri="{FF2B5EF4-FFF2-40B4-BE49-F238E27FC236}">
                <a16:creationId xmlns:a16="http://schemas.microsoft.com/office/drawing/2014/main" id="{FB9D8FA8-7575-4468-BFE5-6036A6CBF6F9}"/>
              </a:ext>
            </a:extLst>
          </p:cNvPr>
          <p:cNvSpPr>
            <a:spLocks xmlns:a="http://schemas.openxmlformats.org/drawingml/2006/main" noGrp="1"/>
          </p:cNvSpPr>
          <p:nvPr/>
        </p:nvSpPr>
        <p:spPr>
          <a:xfrm xmlns:a="http://schemas.openxmlformats.org/drawingml/2006/main">
            <a:off x="11087100" y="3619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526174"/>
                </a:solidFill>
                <a:latin typeface="Arial"/>
                <a:ea typeface="Arial"/>
                <a:cs typeface="Arial"/>
              </a:defRPr>
            </a:defPPr>
            <a:lvl1pPr algn="r">
              <a:defRPr sz="1050" b="1">
                <a:solidFill>
                  <a:srgbClr val="526174"/>
                </a:solidFill>
                <a:latin typeface="Arial"/>
                <a:ea typeface="Arial"/>
                <a:cs typeface="Arial"/>
              </a:defRPr>
            </a:lvl1pPr>
            <a:lvl2pPr algn="r">
              <a:defRPr sz="1050" b="1">
                <a:solidFill>
                  <a:srgbClr val="526174"/>
                </a:solidFill>
                <a:latin typeface="Arial"/>
                <a:ea typeface="Arial"/>
                <a:cs typeface="Arial"/>
              </a:defRPr>
            </a:lvl2pPr>
            <a:lvl3pPr algn="r">
              <a:defRPr sz="1050" b="1">
                <a:solidFill>
                  <a:srgbClr val="526174"/>
                </a:solidFill>
                <a:latin typeface="Arial"/>
                <a:ea typeface="Arial"/>
                <a:cs typeface="Arial"/>
              </a:defRPr>
            </a:lvl3pPr>
            <a:lvl4pPr algn="r">
              <a:defRPr sz="1050" b="1">
                <a:solidFill>
                  <a:srgbClr val="526174"/>
                </a:solidFill>
                <a:latin typeface="Arial"/>
                <a:ea typeface="Arial"/>
                <a:cs typeface="Arial"/>
              </a:defRPr>
            </a:lvl4pPr>
            <a:lvl5pPr algn="r">
              <a:defRPr sz="1050" b="1">
                <a:solidFill>
                  <a:srgbClr val="526174"/>
                </a:solidFill>
                <a:latin typeface="Arial"/>
                <a:ea typeface="Arial"/>
                <a:cs typeface="Arial"/>
              </a:defRPr>
            </a:lvl5pPr>
            <a:lvl6pPr algn="r">
              <a:defRPr sz="1050" b="1">
                <a:solidFill>
                  <a:srgbClr val="526174"/>
                </a:solidFill>
                <a:latin typeface="Arial"/>
                <a:ea typeface="Arial"/>
                <a:cs typeface="Arial"/>
              </a:defRPr>
            </a:lvl6pPr>
            <a:lvl7pPr algn="r">
              <a:defRPr sz="1050" b="1">
                <a:solidFill>
                  <a:srgbClr val="526174"/>
                </a:solidFill>
                <a:latin typeface="Arial"/>
                <a:ea typeface="Arial"/>
                <a:cs typeface="Arial"/>
              </a:defRPr>
            </a:lvl7pPr>
            <a:lvl8pPr algn="r">
              <a:defRPr sz="1050" b="1">
                <a:solidFill>
                  <a:srgbClr val="526174"/>
                </a:solidFill>
                <a:latin typeface="Arial"/>
                <a:ea typeface="Arial"/>
                <a:cs typeface="Arial"/>
              </a:defRPr>
            </a:lvl8pPr>
            <a:lvl9pPr algn="r">
              <a:defRPr sz="1050" b="1">
                <a:solidFill>
                  <a:srgbClr val="526174"/>
                </a:solidFill>
                <a:latin typeface="Arial"/>
                <a:ea typeface="Arial"/>
                <a:cs typeface="Arial"/>
              </a:defRPr>
            </a:lvl9pPr>
          </a:lstStyle>
          <a:p xmlns:a="http://schemas.openxmlformats.org/drawingml/2006/main">
            <a:pPr algn="r">
              <a:defRPr sz="1050" b="1">
                <a:solidFill>
                  <a:srgbClr val="526174"/>
                </a:solidFill>
                <a:latin typeface="Arial"/>
                <a:ea typeface="Arial"/>
                <a:cs typeface="Arial"/>
              </a:defRPr>
            </a:pPr>
            <a:r>
              <a:rPr sz="1050" b="1">
                <a:solidFill>
                  <a:srgbClr val="526174"/>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4F0B3FC0-4A7A-4307-B859-0A61B380C80F}"/>
              </a:ext>
            </a:extLst>
          </p:cNvPr>
          <p:cNvSpPr>
            <a:spLocks xmlns:a="http://schemas.openxmlformats.org/drawingml/2006/main" noGrp="1"/>
          </p:cNvSpPr>
          <p:nvPr/>
        </p:nvSpPr>
        <p:spPr>
          <a:xfrm xmlns:a="http://schemas.openxmlformats.org/drawingml/2006/main">
            <a:off x="685800" y="876300"/>
            <a:ext cx="10096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11827"/>
                </a:solidFill>
                <a:latin typeface="Arial"/>
                <a:ea typeface="Arial"/>
                <a:cs typeface="Arial"/>
              </a:defRPr>
            </a:defPPr>
            <a:lvl1pPr algn="l">
              <a:defRPr sz="3150" b="1">
                <a:solidFill>
                  <a:srgbClr val="111827"/>
                </a:solidFill>
                <a:latin typeface="Arial"/>
                <a:ea typeface="Arial"/>
                <a:cs typeface="Arial"/>
              </a:defRPr>
            </a:lvl1pPr>
            <a:lvl2pPr algn="l">
              <a:defRPr sz="3150" b="1">
                <a:solidFill>
                  <a:srgbClr val="111827"/>
                </a:solidFill>
                <a:latin typeface="Arial"/>
                <a:ea typeface="Arial"/>
                <a:cs typeface="Arial"/>
              </a:defRPr>
            </a:lvl2pPr>
            <a:lvl3pPr algn="l">
              <a:defRPr sz="3150" b="1">
                <a:solidFill>
                  <a:srgbClr val="111827"/>
                </a:solidFill>
                <a:latin typeface="Arial"/>
                <a:ea typeface="Arial"/>
                <a:cs typeface="Arial"/>
              </a:defRPr>
            </a:lvl3pPr>
            <a:lvl4pPr algn="l">
              <a:defRPr sz="3150" b="1">
                <a:solidFill>
                  <a:srgbClr val="111827"/>
                </a:solidFill>
                <a:latin typeface="Arial"/>
                <a:ea typeface="Arial"/>
                <a:cs typeface="Arial"/>
              </a:defRPr>
            </a:lvl4pPr>
            <a:lvl5pPr algn="l">
              <a:defRPr sz="3150" b="1">
                <a:solidFill>
                  <a:srgbClr val="111827"/>
                </a:solidFill>
                <a:latin typeface="Arial"/>
                <a:ea typeface="Arial"/>
                <a:cs typeface="Arial"/>
              </a:defRPr>
            </a:lvl5pPr>
            <a:lvl6pPr algn="l">
              <a:defRPr sz="3150" b="1">
                <a:solidFill>
                  <a:srgbClr val="111827"/>
                </a:solidFill>
                <a:latin typeface="Arial"/>
                <a:ea typeface="Arial"/>
                <a:cs typeface="Arial"/>
              </a:defRPr>
            </a:lvl6pPr>
            <a:lvl7pPr algn="l">
              <a:defRPr sz="3150" b="1">
                <a:solidFill>
                  <a:srgbClr val="111827"/>
                </a:solidFill>
                <a:latin typeface="Arial"/>
                <a:ea typeface="Arial"/>
                <a:cs typeface="Arial"/>
              </a:defRPr>
            </a:lvl7pPr>
            <a:lvl8pPr algn="l">
              <a:defRPr sz="3150" b="1">
                <a:solidFill>
                  <a:srgbClr val="111827"/>
                </a:solidFill>
                <a:latin typeface="Arial"/>
                <a:ea typeface="Arial"/>
                <a:cs typeface="Arial"/>
              </a:defRPr>
            </a:lvl8pPr>
            <a:lvl9pPr algn="l">
              <a:defRPr sz="3150" b="1">
                <a:solidFill>
                  <a:srgbClr val="111827"/>
                </a:solidFill>
                <a:latin typeface="Arial"/>
                <a:ea typeface="Arial"/>
                <a:cs typeface="Arial"/>
              </a:defRPr>
            </a:lvl9pPr>
          </a:lstStyle>
          <a:p xmlns:a="http://schemas.openxmlformats.org/drawingml/2006/main">
            <a:pPr algn="l">
              <a:defRPr sz="3150" b="1">
                <a:solidFill>
                  <a:srgbClr val="111827"/>
                </a:solidFill>
                <a:latin typeface="Arial"/>
                <a:ea typeface="Arial"/>
                <a:cs typeface="Arial"/>
              </a:defRPr>
            </a:pPr>
            <a:r>
              <a:rPr sz="3150" b="1">
                <a:solidFill>
                  <a:srgbClr val="111827"/>
                </a:solidFill>
                <a:latin typeface="Arial"/>
                <a:ea typeface="Arial"/>
                <a:cs typeface="Arial"/>
              </a:rPr>
              <a:t>Focus with control over what waits.</a:t>
            </a:r>
          </a:p>
        </p:txBody>
      </p:sp>
      <p:sp>
        <p:nvSpPr>
          <p:cNvPr id="4" name="">
            <a:extLst xmlns:a="http://schemas.openxmlformats.org/drawingml/2006/main">
              <a:ext uri="{FF2B5EF4-FFF2-40B4-BE49-F238E27FC236}">
                <a16:creationId xmlns:a16="http://schemas.microsoft.com/office/drawing/2014/main" id="{BF8D9BC2-6231-4A1A-871E-4F1D4E98F1D4}"/>
              </a:ext>
            </a:extLst>
          </p:cNvPr>
          <p:cNvSpPr>
            <a:spLocks xmlns:a="http://schemas.openxmlformats.org/drawingml/2006/main" noGrp="1"/>
          </p:cNvSpPr>
          <p:nvPr/>
        </p:nvSpPr>
        <p:spPr>
          <a:xfrm xmlns:a="http://schemas.openxmlformats.org/drawingml/2006/main">
            <a:off x="685800" y="16192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526174"/>
                </a:solidFill>
                <a:latin typeface="Arial"/>
                <a:ea typeface="Arial"/>
                <a:cs typeface="Arial"/>
              </a:defRPr>
            </a:defPPr>
            <a:lvl1pPr algn="l">
              <a:defRPr sz="1725" b="0">
                <a:solidFill>
                  <a:srgbClr val="526174"/>
                </a:solidFill>
                <a:latin typeface="Arial"/>
                <a:ea typeface="Arial"/>
                <a:cs typeface="Arial"/>
              </a:defRPr>
            </a:lvl1pPr>
            <a:lvl2pPr algn="l">
              <a:defRPr sz="1725" b="0">
                <a:solidFill>
                  <a:srgbClr val="526174"/>
                </a:solidFill>
                <a:latin typeface="Arial"/>
                <a:ea typeface="Arial"/>
                <a:cs typeface="Arial"/>
              </a:defRPr>
            </a:lvl2pPr>
            <a:lvl3pPr algn="l">
              <a:defRPr sz="1725" b="0">
                <a:solidFill>
                  <a:srgbClr val="526174"/>
                </a:solidFill>
                <a:latin typeface="Arial"/>
                <a:ea typeface="Arial"/>
                <a:cs typeface="Arial"/>
              </a:defRPr>
            </a:lvl3pPr>
            <a:lvl4pPr algn="l">
              <a:defRPr sz="1725" b="0">
                <a:solidFill>
                  <a:srgbClr val="526174"/>
                </a:solidFill>
                <a:latin typeface="Arial"/>
                <a:ea typeface="Arial"/>
                <a:cs typeface="Arial"/>
              </a:defRPr>
            </a:lvl4pPr>
            <a:lvl5pPr algn="l">
              <a:defRPr sz="1725" b="0">
                <a:solidFill>
                  <a:srgbClr val="526174"/>
                </a:solidFill>
                <a:latin typeface="Arial"/>
                <a:ea typeface="Arial"/>
                <a:cs typeface="Arial"/>
              </a:defRPr>
            </a:lvl5pPr>
            <a:lvl6pPr algn="l">
              <a:defRPr sz="1725" b="0">
                <a:solidFill>
                  <a:srgbClr val="526174"/>
                </a:solidFill>
                <a:latin typeface="Arial"/>
                <a:ea typeface="Arial"/>
                <a:cs typeface="Arial"/>
              </a:defRPr>
            </a:lvl6pPr>
            <a:lvl7pPr algn="l">
              <a:defRPr sz="1725" b="0">
                <a:solidFill>
                  <a:srgbClr val="526174"/>
                </a:solidFill>
                <a:latin typeface="Arial"/>
                <a:ea typeface="Arial"/>
                <a:cs typeface="Arial"/>
              </a:defRPr>
            </a:lvl7pPr>
            <a:lvl8pPr algn="l">
              <a:defRPr sz="1725" b="0">
                <a:solidFill>
                  <a:srgbClr val="526174"/>
                </a:solidFill>
                <a:latin typeface="Arial"/>
                <a:ea typeface="Arial"/>
                <a:cs typeface="Arial"/>
              </a:defRPr>
            </a:lvl8pPr>
            <a:lvl9pPr algn="l">
              <a:defRPr sz="1725" b="0">
                <a:solidFill>
                  <a:srgbClr val="526174"/>
                </a:solidFill>
                <a:latin typeface="Arial"/>
                <a:ea typeface="Arial"/>
                <a:cs typeface="Arial"/>
              </a:defRPr>
            </a:lvl9pPr>
          </a:lstStyle>
          <a:p xmlns:a="http://schemas.openxmlformats.org/drawingml/2006/main">
            <a:pPr algn="l">
              <a:defRPr sz="1725" b="0">
                <a:solidFill>
                  <a:srgbClr val="526174"/>
                </a:solidFill>
                <a:latin typeface="Arial"/>
                <a:ea typeface="Arial"/>
                <a:cs typeface="Arial"/>
              </a:defRPr>
            </a:pPr>
            <a:r>
              <a:rPr sz="1725" b="0">
                <a:solidFill>
                  <a:srgbClr val="526174"/>
                </a:solidFill>
                <a:latin typeface="Arial"/>
                <a:ea typeface="Arial"/>
                <a:cs typeface="Arial"/>
              </a:rPr>
              <a:t>AttentionTwin makes notification behavior a choice the user can see, set and change.</a:t>
            </a:r>
          </a:p>
        </p:txBody>
      </p:sp>
      <p:sp>
        <p:nvSpPr>
          <p:cNvPr id="5" name="">
            <a:extLst xmlns:a="http://schemas.openxmlformats.org/drawingml/2006/main">
              <a:ext uri="{FF2B5EF4-FFF2-40B4-BE49-F238E27FC236}">
                <a16:creationId xmlns:a16="http://schemas.microsoft.com/office/drawing/2014/main" id="{14B9BAED-CA16-4881-8798-B862B364D47C}"/>
              </a:ext>
            </a:extLst>
          </p:cNvPr>
          <p:cNvSpPr>
            <a:spLocks xmlns:a="http://schemas.openxmlformats.org/drawingml/2006/main" noGrp="1"/>
          </p:cNvSpPr>
          <p:nvPr/>
        </p:nvSpPr>
        <p:spPr>
          <a:xfrm xmlns:a="http://schemas.openxmlformats.org/drawingml/2006/main">
            <a:off x="685800" y="2705100"/>
            <a:ext cx="57150" cy="1962150"/>
          </a:xfrm>
          <a:prstGeom xmlns:a="http://schemas.openxmlformats.org/drawingml/2006/main" prst="rect">
            <a:avLst/>
          </a:prstGeom>
          <a:solidFill xmlns:a="http://schemas.openxmlformats.org/drawingml/2006/main">
            <a:srgbClr val="27C3D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24A4612-2A84-4B75-99A5-45FF2C0D87F8}"/>
              </a:ext>
            </a:extLst>
          </p:cNvPr>
          <p:cNvSpPr>
            <a:spLocks xmlns:a="http://schemas.openxmlformats.org/drawingml/2006/main" noGrp="1"/>
          </p:cNvSpPr>
          <p:nvPr/>
        </p:nvSpPr>
        <p:spPr>
          <a:xfrm xmlns:a="http://schemas.openxmlformats.org/drawingml/2006/main">
            <a:off x="971550" y="27241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0F766E"/>
                </a:solidFill>
                <a:latin typeface="Arial"/>
                <a:ea typeface="Arial"/>
                <a:cs typeface="Arial"/>
              </a:defRPr>
            </a:defPPr>
            <a:lvl1pPr algn="l">
              <a:defRPr sz="1200" b="1">
                <a:solidFill>
                  <a:srgbClr val="0F766E"/>
                </a:solidFill>
                <a:latin typeface="Arial"/>
                <a:ea typeface="Arial"/>
                <a:cs typeface="Arial"/>
              </a:defRPr>
            </a:lvl1pPr>
            <a:lvl2pPr algn="l">
              <a:defRPr sz="1200" b="1">
                <a:solidFill>
                  <a:srgbClr val="0F766E"/>
                </a:solidFill>
                <a:latin typeface="Arial"/>
                <a:ea typeface="Arial"/>
                <a:cs typeface="Arial"/>
              </a:defRPr>
            </a:lvl2pPr>
            <a:lvl3pPr algn="l">
              <a:defRPr sz="1200" b="1">
                <a:solidFill>
                  <a:srgbClr val="0F766E"/>
                </a:solidFill>
                <a:latin typeface="Arial"/>
                <a:ea typeface="Arial"/>
                <a:cs typeface="Arial"/>
              </a:defRPr>
            </a:lvl3pPr>
            <a:lvl4pPr algn="l">
              <a:defRPr sz="1200" b="1">
                <a:solidFill>
                  <a:srgbClr val="0F766E"/>
                </a:solidFill>
                <a:latin typeface="Arial"/>
                <a:ea typeface="Arial"/>
                <a:cs typeface="Arial"/>
              </a:defRPr>
            </a:lvl4pPr>
            <a:lvl5pPr algn="l">
              <a:defRPr sz="1200" b="1">
                <a:solidFill>
                  <a:srgbClr val="0F766E"/>
                </a:solidFill>
                <a:latin typeface="Arial"/>
                <a:ea typeface="Arial"/>
                <a:cs typeface="Arial"/>
              </a:defRPr>
            </a:lvl5pPr>
            <a:lvl6pPr algn="l">
              <a:defRPr sz="1200" b="1">
                <a:solidFill>
                  <a:srgbClr val="0F766E"/>
                </a:solidFill>
                <a:latin typeface="Arial"/>
                <a:ea typeface="Arial"/>
                <a:cs typeface="Arial"/>
              </a:defRPr>
            </a:lvl6pPr>
            <a:lvl7pPr algn="l">
              <a:defRPr sz="1200" b="1">
                <a:solidFill>
                  <a:srgbClr val="0F766E"/>
                </a:solidFill>
                <a:latin typeface="Arial"/>
                <a:ea typeface="Arial"/>
                <a:cs typeface="Arial"/>
              </a:defRPr>
            </a:lvl7pPr>
            <a:lvl8pPr algn="l">
              <a:defRPr sz="1200" b="1">
                <a:solidFill>
                  <a:srgbClr val="0F766E"/>
                </a:solidFill>
                <a:latin typeface="Arial"/>
                <a:ea typeface="Arial"/>
                <a:cs typeface="Arial"/>
              </a:defRPr>
            </a:lvl8pPr>
            <a:lvl9pPr algn="l">
              <a:defRPr sz="1200" b="1">
                <a:solidFill>
                  <a:srgbClr val="0F766E"/>
                </a:solidFill>
                <a:latin typeface="Arial"/>
                <a:ea typeface="Arial"/>
                <a:cs typeface="Arial"/>
              </a:defRPr>
            </a:lvl9pPr>
          </a:lstStyle>
          <a:p xmlns:a="http://schemas.openxmlformats.org/drawingml/2006/main">
            <a:pPr algn="l">
              <a:defRPr sz="1200" b="1">
                <a:solidFill>
                  <a:srgbClr val="0F766E"/>
                </a:solidFill>
                <a:latin typeface="Arial"/>
                <a:ea typeface="Arial"/>
                <a:cs typeface="Arial"/>
              </a:defRPr>
            </a:pPr>
            <a:r>
              <a:rPr sz="1200" b="1">
                <a:solidFill>
                  <a:srgbClr val="0F766E"/>
                </a:solidFill>
                <a:latin typeface="Arial"/>
                <a:ea typeface="Arial"/>
                <a:cs typeface="Arial"/>
              </a:rPr>
              <a:t>Our next step</a:t>
            </a:r>
          </a:p>
        </p:txBody>
      </p:sp>
      <p:sp>
        <p:nvSpPr>
          <p:cNvPr id="7" name="">
            <a:extLst xmlns:a="http://schemas.openxmlformats.org/drawingml/2006/main">
              <a:ext uri="{FF2B5EF4-FFF2-40B4-BE49-F238E27FC236}">
                <a16:creationId xmlns:a16="http://schemas.microsoft.com/office/drawing/2014/main" id="{E43DCD25-CB73-4F41-A448-0C2F9080B657}"/>
              </a:ext>
            </a:extLst>
          </p:cNvPr>
          <p:cNvSpPr>
            <a:spLocks xmlns:a="http://schemas.openxmlformats.org/drawingml/2006/main" noGrp="1"/>
          </p:cNvSpPr>
          <p:nvPr/>
        </p:nvSpPr>
        <p:spPr>
          <a:xfrm xmlns:a="http://schemas.openxmlformats.org/drawingml/2006/main">
            <a:off x="971550" y="3114675"/>
            <a:ext cx="581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111827"/>
                </a:solidFill>
                <a:latin typeface="Arial"/>
                <a:ea typeface="Arial"/>
                <a:cs typeface="Arial"/>
              </a:defRPr>
            </a:defPPr>
            <a:lvl1pPr algn="l">
              <a:defRPr sz="2325" b="1">
                <a:solidFill>
                  <a:srgbClr val="111827"/>
                </a:solidFill>
                <a:latin typeface="Arial"/>
                <a:ea typeface="Arial"/>
                <a:cs typeface="Arial"/>
              </a:defRPr>
            </a:lvl1pPr>
            <a:lvl2pPr algn="l">
              <a:defRPr sz="2325" b="1">
                <a:solidFill>
                  <a:srgbClr val="111827"/>
                </a:solidFill>
                <a:latin typeface="Arial"/>
                <a:ea typeface="Arial"/>
                <a:cs typeface="Arial"/>
              </a:defRPr>
            </a:lvl2pPr>
            <a:lvl3pPr algn="l">
              <a:defRPr sz="2325" b="1">
                <a:solidFill>
                  <a:srgbClr val="111827"/>
                </a:solidFill>
                <a:latin typeface="Arial"/>
                <a:ea typeface="Arial"/>
                <a:cs typeface="Arial"/>
              </a:defRPr>
            </a:lvl3pPr>
            <a:lvl4pPr algn="l">
              <a:defRPr sz="2325" b="1">
                <a:solidFill>
                  <a:srgbClr val="111827"/>
                </a:solidFill>
                <a:latin typeface="Arial"/>
                <a:ea typeface="Arial"/>
                <a:cs typeface="Arial"/>
              </a:defRPr>
            </a:lvl4pPr>
            <a:lvl5pPr algn="l">
              <a:defRPr sz="2325" b="1">
                <a:solidFill>
                  <a:srgbClr val="111827"/>
                </a:solidFill>
                <a:latin typeface="Arial"/>
                <a:ea typeface="Arial"/>
                <a:cs typeface="Arial"/>
              </a:defRPr>
            </a:lvl5pPr>
            <a:lvl6pPr algn="l">
              <a:defRPr sz="2325" b="1">
                <a:solidFill>
                  <a:srgbClr val="111827"/>
                </a:solidFill>
                <a:latin typeface="Arial"/>
                <a:ea typeface="Arial"/>
                <a:cs typeface="Arial"/>
              </a:defRPr>
            </a:lvl6pPr>
            <a:lvl7pPr algn="l">
              <a:defRPr sz="2325" b="1">
                <a:solidFill>
                  <a:srgbClr val="111827"/>
                </a:solidFill>
                <a:latin typeface="Arial"/>
                <a:ea typeface="Arial"/>
                <a:cs typeface="Arial"/>
              </a:defRPr>
            </a:lvl7pPr>
            <a:lvl8pPr algn="l">
              <a:defRPr sz="2325" b="1">
                <a:solidFill>
                  <a:srgbClr val="111827"/>
                </a:solidFill>
                <a:latin typeface="Arial"/>
                <a:ea typeface="Arial"/>
                <a:cs typeface="Arial"/>
              </a:defRPr>
            </a:lvl8pPr>
            <a:lvl9pPr algn="l">
              <a:defRPr sz="2325" b="1">
                <a:solidFill>
                  <a:srgbClr val="111827"/>
                </a:solidFill>
                <a:latin typeface="Arial"/>
                <a:ea typeface="Arial"/>
                <a:cs typeface="Arial"/>
              </a:defRPr>
            </a:lvl9pPr>
          </a:lstStyle>
          <a:p xmlns:a="http://schemas.openxmlformats.org/drawingml/2006/main">
            <a:pPr algn="l">
              <a:defRPr sz="2325" b="1">
                <a:solidFill>
                  <a:srgbClr val="111827"/>
                </a:solidFill>
                <a:latin typeface="Arial"/>
                <a:ea typeface="Arial"/>
                <a:cs typeface="Arial"/>
              </a:defRPr>
            </a:pPr>
            <a:r>
              <a:rPr sz="2325" b="1">
                <a:solidFill>
                  <a:srgbClr val="111827"/>
                </a:solidFill>
                <a:latin typeface="Arial"/>
                <a:ea typeface="Arial"/>
                <a:cs typeface="Arial"/>
              </a:rPr>
              <a:t>Validate it on real phones.</a:t>
            </a:r>
          </a:p>
        </p:txBody>
      </p:sp>
      <p:sp>
        <p:nvSpPr>
          <p:cNvPr id="8" name="">
            <a:extLst xmlns:a="http://schemas.openxmlformats.org/drawingml/2006/main">
              <a:ext uri="{FF2B5EF4-FFF2-40B4-BE49-F238E27FC236}">
                <a16:creationId xmlns:a16="http://schemas.microsoft.com/office/drawing/2014/main" id="{0FD7799D-9E32-41E6-B802-020126C96B9C}"/>
              </a:ext>
            </a:extLst>
          </p:cNvPr>
          <p:cNvSpPr>
            <a:spLocks xmlns:a="http://schemas.openxmlformats.org/drawingml/2006/main" noGrp="1"/>
          </p:cNvSpPr>
          <p:nvPr/>
        </p:nvSpPr>
        <p:spPr>
          <a:xfrm xmlns:a="http://schemas.openxmlformats.org/drawingml/2006/main">
            <a:off x="971550" y="3714750"/>
            <a:ext cx="5810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26174"/>
                </a:solidFill>
                <a:latin typeface="Arial"/>
                <a:ea typeface="Arial"/>
                <a:cs typeface="Arial"/>
              </a:defRPr>
            </a:defPPr>
            <a:lvl1pPr algn="l">
              <a:defRPr sz="1500" b="0">
                <a:solidFill>
                  <a:srgbClr val="526174"/>
                </a:solidFill>
                <a:latin typeface="Arial"/>
                <a:ea typeface="Arial"/>
                <a:cs typeface="Arial"/>
              </a:defRPr>
            </a:lvl1pPr>
            <a:lvl2pPr algn="l">
              <a:defRPr sz="1500" b="0">
                <a:solidFill>
                  <a:srgbClr val="526174"/>
                </a:solidFill>
                <a:latin typeface="Arial"/>
                <a:ea typeface="Arial"/>
                <a:cs typeface="Arial"/>
              </a:defRPr>
            </a:lvl2pPr>
            <a:lvl3pPr algn="l">
              <a:defRPr sz="1500" b="0">
                <a:solidFill>
                  <a:srgbClr val="526174"/>
                </a:solidFill>
                <a:latin typeface="Arial"/>
                <a:ea typeface="Arial"/>
                <a:cs typeface="Arial"/>
              </a:defRPr>
            </a:lvl3pPr>
            <a:lvl4pPr algn="l">
              <a:defRPr sz="1500" b="0">
                <a:solidFill>
                  <a:srgbClr val="526174"/>
                </a:solidFill>
                <a:latin typeface="Arial"/>
                <a:ea typeface="Arial"/>
                <a:cs typeface="Arial"/>
              </a:defRPr>
            </a:lvl4pPr>
            <a:lvl5pPr algn="l">
              <a:defRPr sz="1500" b="0">
                <a:solidFill>
                  <a:srgbClr val="526174"/>
                </a:solidFill>
                <a:latin typeface="Arial"/>
                <a:ea typeface="Arial"/>
                <a:cs typeface="Arial"/>
              </a:defRPr>
            </a:lvl5pPr>
            <a:lvl6pPr algn="l">
              <a:defRPr sz="1500" b="0">
                <a:solidFill>
                  <a:srgbClr val="526174"/>
                </a:solidFill>
                <a:latin typeface="Arial"/>
                <a:ea typeface="Arial"/>
                <a:cs typeface="Arial"/>
              </a:defRPr>
            </a:lvl6pPr>
            <a:lvl7pPr algn="l">
              <a:defRPr sz="1500" b="0">
                <a:solidFill>
                  <a:srgbClr val="526174"/>
                </a:solidFill>
                <a:latin typeface="Arial"/>
                <a:ea typeface="Arial"/>
                <a:cs typeface="Arial"/>
              </a:defRPr>
            </a:lvl7pPr>
            <a:lvl8pPr algn="l">
              <a:defRPr sz="1500" b="0">
                <a:solidFill>
                  <a:srgbClr val="526174"/>
                </a:solidFill>
                <a:latin typeface="Arial"/>
                <a:ea typeface="Arial"/>
                <a:cs typeface="Arial"/>
              </a:defRPr>
            </a:lvl8pPr>
            <a:lvl9pPr algn="l">
              <a:defRPr sz="1500" b="0">
                <a:solidFill>
                  <a:srgbClr val="526174"/>
                </a:solidFill>
                <a:latin typeface="Arial"/>
                <a:ea typeface="Arial"/>
                <a:cs typeface="Arial"/>
              </a:defRPr>
            </a:lvl9pPr>
          </a:lstStyle>
          <a:p xmlns:a="http://schemas.openxmlformats.org/drawingml/2006/main">
            <a:pPr algn="l">
              <a:lnSpc>
                <a:spcPct val="115000"/>
              </a:lnSpc>
              <a:buNone/>
              <a:defRPr sz="1500" b="0">
                <a:solidFill>
                  <a:srgbClr val="526174"/>
                </a:solidFill>
                <a:latin typeface="Arial"/>
                <a:ea typeface="Arial"/>
                <a:cs typeface="Arial"/>
              </a:defRPr>
            </a:pPr>
            <a:r>
              <a:rPr sz="1500" b="0">
                <a:solidFill>
                  <a:srgbClr val="526174"/>
                </a:solidFill>
                <a:latin typeface="Arial"/>
                <a:ea typeface="Arial"/>
                <a:cs typeface="Arial"/>
              </a:rPr>
              <a:t>Test real alerts, DND, breaks and background reliability on Redmi HyperOS — then measure outcomes with an opt-in pilot.</a:t>
            </a:r>
          </a:p>
        </p:txBody>
      </p:sp>
      <p:sp>
        <p:nvSpPr>
          <p:cNvPr id="9" name="">
            <a:extLst xmlns:a="http://schemas.openxmlformats.org/drawingml/2006/main">
              <a:ext uri="{FF2B5EF4-FFF2-40B4-BE49-F238E27FC236}">
                <a16:creationId xmlns:a16="http://schemas.microsoft.com/office/drawing/2014/main" id="{EAF839EB-AC83-4291-80F0-17704A9DCAD4}"/>
              </a:ext>
            </a:extLst>
          </p:cNvPr>
          <p:cNvSpPr>
            <a:spLocks xmlns:a="http://schemas.openxmlformats.org/drawingml/2006/main" noGrp="1"/>
          </p:cNvSpPr>
          <p:nvPr/>
        </p:nvSpPr>
        <p:spPr>
          <a:xfrm xmlns:a="http://schemas.openxmlformats.org/drawingml/2006/main">
            <a:off x="7753350" y="2667000"/>
            <a:ext cx="3752850" cy="2019300"/>
          </a:xfrm>
          <a:prstGeom xmlns:a="http://schemas.openxmlformats.org/drawingml/2006/main" prst="roundRect">
            <a:avLst>
              <a:gd name="adj" fmla="val 3774"/>
            </a:avLst>
          </a:prstGeom>
          <a:solidFill xmlns:a="http://schemas.openxmlformats.org/drawingml/2006/main">
            <a:srgbClr val="101B2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D1BF8F0-3B96-4C3F-A091-84A1DAC69AD2}"/>
              </a:ext>
            </a:extLst>
          </p:cNvPr>
          <p:cNvSpPr>
            <a:spLocks xmlns:a="http://schemas.openxmlformats.org/drawingml/2006/main" noGrp="1"/>
          </p:cNvSpPr>
          <p:nvPr/>
        </p:nvSpPr>
        <p:spPr>
          <a:xfrm xmlns:a="http://schemas.openxmlformats.org/drawingml/2006/main">
            <a:off x="8096250" y="2990850"/>
            <a:ext cx="300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7C3D3"/>
                </a:solidFill>
                <a:latin typeface="Arial"/>
                <a:ea typeface="Arial"/>
                <a:cs typeface="Arial"/>
              </a:defRPr>
            </a:defPPr>
            <a:lvl1pPr algn="l">
              <a:defRPr sz="1125" b="1">
                <a:solidFill>
                  <a:srgbClr val="27C3D3"/>
                </a:solidFill>
                <a:latin typeface="Arial"/>
                <a:ea typeface="Arial"/>
                <a:cs typeface="Arial"/>
              </a:defRPr>
            </a:lvl1pPr>
            <a:lvl2pPr algn="l">
              <a:defRPr sz="1125" b="1">
                <a:solidFill>
                  <a:srgbClr val="27C3D3"/>
                </a:solidFill>
                <a:latin typeface="Arial"/>
                <a:ea typeface="Arial"/>
                <a:cs typeface="Arial"/>
              </a:defRPr>
            </a:lvl2pPr>
            <a:lvl3pPr algn="l">
              <a:defRPr sz="1125" b="1">
                <a:solidFill>
                  <a:srgbClr val="27C3D3"/>
                </a:solidFill>
                <a:latin typeface="Arial"/>
                <a:ea typeface="Arial"/>
                <a:cs typeface="Arial"/>
              </a:defRPr>
            </a:lvl3pPr>
            <a:lvl4pPr algn="l">
              <a:defRPr sz="1125" b="1">
                <a:solidFill>
                  <a:srgbClr val="27C3D3"/>
                </a:solidFill>
                <a:latin typeface="Arial"/>
                <a:ea typeface="Arial"/>
                <a:cs typeface="Arial"/>
              </a:defRPr>
            </a:lvl4pPr>
            <a:lvl5pPr algn="l">
              <a:defRPr sz="1125" b="1">
                <a:solidFill>
                  <a:srgbClr val="27C3D3"/>
                </a:solidFill>
                <a:latin typeface="Arial"/>
                <a:ea typeface="Arial"/>
                <a:cs typeface="Arial"/>
              </a:defRPr>
            </a:lvl5pPr>
            <a:lvl6pPr algn="l">
              <a:defRPr sz="1125" b="1">
                <a:solidFill>
                  <a:srgbClr val="27C3D3"/>
                </a:solidFill>
                <a:latin typeface="Arial"/>
                <a:ea typeface="Arial"/>
                <a:cs typeface="Arial"/>
              </a:defRPr>
            </a:lvl6pPr>
            <a:lvl7pPr algn="l">
              <a:defRPr sz="1125" b="1">
                <a:solidFill>
                  <a:srgbClr val="27C3D3"/>
                </a:solidFill>
                <a:latin typeface="Arial"/>
                <a:ea typeface="Arial"/>
                <a:cs typeface="Arial"/>
              </a:defRPr>
            </a:lvl7pPr>
            <a:lvl8pPr algn="l">
              <a:defRPr sz="1125" b="1">
                <a:solidFill>
                  <a:srgbClr val="27C3D3"/>
                </a:solidFill>
                <a:latin typeface="Arial"/>
                <a:ea typeface="Arial"/>
                <a:cs typeface="Arial"/>
              </a:defRPr>
            </a:lvl8pPr>
            <a:lvl9pPr algn="l">
              <a:defRPr sz="1125" b="1">
                <a:solidFill>
                  <a:srgbClr val="27C3D3"/>
                </a:solidFill>
                <a:latin typeface="Arial"/>
                <a:ea typeface="Arial"/>
                <a:cs typeface="Arial"/>
              </a:defRPr>
            </a:lvl9pPr>
          </a:lstStyle>
          <a:p xmlns:a="http://schemas.openxmlformats.org/drawingml/2006/main">
            <a:pPr algn="l">
              <a:defRPr sz="1125" b="1">
                <a:solidFill>
                  <a:srgbClr val="27C3D3"/>
                </a:solidFill>
                <a:latin typeface="Arial"/>
                <a:ea typeface="Arial"/>
                <a:cs typeface="Arial"/>
              </a:defRPr>
            </a:pPr>
            <a:r>
              <a:rPr sz="1125" b="1">
                <a:solidFill>
                  <a:srgbClr val="27C3D3"/>
                </a:solidFill>
                <a:latin typeface="Arial"/>
                <a:ea typeface="Arial"/>
                <a:cs typeface="Arial"/>
              </a:rPr>
              <a:t>HELP US TEST</a:t>
            </a:r>
          </a:p>
        </p:txBody>
      </p:sp>
      <p:sp>
        <p:nvSpPr>
          <p:cNvPr id="11" name="">
            <a:extLst xmlns:a="http://schemas.openxmlformats.org/drawingml/2006/main">
              <a:ext uri="{FF2B5EF4-FFF2-40B4-BE49-F238E27FC236}">
                <a16:creationId xmlns:a16="http://schemas.microsoft.com/office/drawing/2014/main" id="{DF392350-09B9-4D11-B74F-FEDAF0067CC2}"/>
              </a:ext>
            </a:extLst>
          </p:cNvPr>
          <p:cNvSpPr>
            <a:spLocks xmlns:a="http://schemas.openxmlformats.org/drawingml/2006/main" noGrp="1"/>
          </p:cNvSpPr>
          <p:nvPr/>
        </p:nvSpPr>
        <p:spPr>
          <a:xfrm xmlns:a="http://schemas.openxmlformats.org/drawingml/2006/main">
            <a:off x="8096250" y="3371850"/>
            <a:ext cx="30289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lnSpc>
                <a:spcPct val="115000"/>
              </a:lnSpc>
              <a:buNone/>
              <a:defRPr sz="2025" b="1">
                <a:solidFill>
                  <a:srgbClr val="FFFFFF"/>
                </a:solidFill>
                <a:latin typeface="Arial"/>
                <a:ea typeface="Arial"/>
                <a:cs typeface="Arial"/>
              </a:defRPr>
            </a:pPr>
            <a:r>
              <a:rPr sz="2025" b="1">
                <a:solidFill>
                  <a:srgbClr val="FFFFFF"/>
                </a:solidFill>
                <a:latin typeface="Arial"/>
                <a:ea typeface="Arial"/>
                <a:cs typeface="Arial"/>
              </a:rPr>
              <a:t>Real devices.</a:t>
            </a:r>
          </a:p>
          <a:p xmlns:a="http://schemas.openxmlformats.org/drawingml/2006/main">
            <a:pPr algn="l">
              <a:lnSpc>
                <a:spcPct val="115000"/>
              </a:lnSpc>
              <a:buNone/>
              <a:defRPr sz="2025" b="1">
                <a:solidFill>
                  <a:srgbClr val="FFFFFF"/>
                </a:solidFill>
                <a:latin typeface="Arial"/>
                <a:ea typeface="Arial"/>
                <a:cs typeface="Arial"/>
              </a:defRPr>
            </a:pPr>
            <a:r>
              <a:rPr sz="2025" b="1">
                <a:solidFill>
                  <a:srgbClr val="FFFFFF"/>
                </a:solidFill>
                <a:latin typeface="Arial"/>
                <a:ea typeface="Arial"/>
                <a:cs typeface="Arial"/>
              </a:rPr>
              <a:t>Real notifications.</a:t>
            </a:r>
          </a:p>
          <a:p xmlns:a="http://schemas.openxmlformats.org/drawingml/2006/main">
            <a:pPr algn="l">
              <a:lnSpc>
                <a:spcPct val="115000"/>
              </a:lnSpc>
              <a:buNone/>
              <a:defRPr sz="2025" b="1">
                <a:solidFill>
                  <a:srgbClr val="FFFFFF"/>
                </a:solidFill>
                <a:latin typeface="Arial"/>
                <a:ea typeface="Arial"/>
                <a:cs typeface="Arial"/>
              </a:defRPr>
            </a:pPr>
            <a:r>
              <a:rPr sz="2025" b="1">
                <a:solidFill>
                  <a:srgbClr val="FFFFFF"/>
                </a:solidFill>
                <a:latin typeface="Arial"/>
                <a:ea typeface="Arial"/>
                <a:cs typeface="Arial"/>
              </a:rPr>
              <a:t>Honest results.</a:t>
            </a:r>
          </a:p>
        </p:txBody>
      </p:sp>
      <p:sp>
        <p:nvSpPr>
          <p:cNvPr id="12" name="">
            <a:extLst xmlns:a="http://schemas.openxmlformats.org/drawingml/2006/main">
              <a:ext uri="{FF2B5EF4-FFF2-40B4-BE49-F238E27FC236}">
                <a16:creationId xmlns:a16="http://schemas.microsoft.com/office/drawing/2014/main" id="{87DE37DE-A3A1-4DD6-8DF5-BE0307FA44E5}"/>
              </a:ext>
            </a:extLst>
          </p:cNvPr>
          <p:cNvSpPr>
            <a:spLocks xmlns:a="http://schemas.openxmlformats.org/drawingml/2006/main" noGrp="1"/>
          </p:cNvSpPr>
          <p:nvPr/>
        </p:nvSpPr>
        <p:spPr>
          <a:xfrm xmlns:a="http://schemas.openxmlformats.org/drawingml/2006/main">
            <a:off x="685800" y="5619750"/>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101B2D"/>
                </a:solidFill>
                <a:latin typeface="Arial"/>
                <a:ea typeface="Arial"/>
                <a:cs typeface="Arial"/>
              </a:defRPr>
            </a:defPPr>
            <a:lvl1pPr algn="l">
              <a:defRPr sz="2025" b="1">
                <a:solidFill>
                  <a:srgbClr val="101B2D"/>
                </a:solidFill>
                <a:latin typeface="Arial"/>
                <a:ea typeface="Arial"/>
                <a:cs typeface="Arial"/>
              </a:defRPr>
            </a:lvl1pPr>
            <a:lvl2pPr algn="l">
              <a:defRPr sz="2025" b="1">
                <a:solidFill>
                  <a:srgbClr val="101B2D"/>
                </a:solidFill>
                <a:latin typeface="Arial"/>
                <a:ea typeface="Arial"/>
                <a:cs typeface="Arial"/>
              </a:defRPr>
            </a:lvl2pPr>
            <a:lvl3pPr algn="l">
              <a:defRPr sz="2025" b="1">
                <a:solidFill>
                  <a:srgbClr val="101B2D"/>
                </a:solidFill>
                <a:latin typeface="Arial"/>
                <a:ea typeface="Arial"/>
                <a:cs typeface="Arial"/>
              </a:defRPr>
            </a:lvl3pPr>
            <a:lvl4pPr algn="l">
              <a:defRPr sz="2025" b="1">
                <a:solidFill>
                  <a:srgbClr val="101B2D"/>
                </a:solidFill>
                <a:latin typeface="Arial"/>
                <a:ea typeface="Arial"/>
                <a:cs typeface="Arial"/>
              </a:defRPr>
            </a:lvl4pPr>
            <a:lvl5pPr algn="l">
              <a:defRPr sz="2025" b="1">
                <a:solidFill>
                  <a:srgbClr val="101B2D"/>
                </a:solidFill>
                <a:latin typeface="Arial"/>
                <a:ea typeface="Arial"/>
                <a:cs typeface="Arial"/>
              </a:defRPr>
            </a:lvl5pPr>
            <a:lvl6pPr algn="l">
              <a:defRPr sz="2025" b="1">
                <a:solidFill>
                  <a:srgbClr val="101B2D"/>
                </a:solidFill>
                <a:latin typeface="Arial"/>
                <a:ea typeface="Arial"/>
                <a:cs typeface="Arial"/>
              </a:defRPr>
            </a:lvl6pPr>
            <a:lvl7pPr algn="l">
              <a:defRPr sz="2025" b="1">
                <a:solidFill>
                  <a:srgbClr val="101B2D"/>
                </a:solidFill>
                <a:latin typeface="Arial"/>
                <a:ea typeface="Arial"/>
                <a:cs typeface="Arial"/>
              </a:defRPr>
            </a:lvl7pPr>
            <a:lvl8pPr algn="l">
              <a:defRPr sz="2025" b="1">
                <a:solidFill>
                  <a:srgbClr val="101B2D"/>
                </a:solidFill>
                <a:latin typeface="Arial"/>
                <a:ea typeface="Arial"/>
                <a:cs typeface="Arial"/>
              </a:defRPr>
            </a:lvl8pPr>
            <a:lvl9pPr algn="l">
              <a:defRPr sz="2025" b="1">
                <a:solidFill>
                  <a:srgbClr val="101B2D"/>
                </a:solidFill>
                <a:latin typeface="Arial"/>
                <a:ea typeface="Arial"/>
                <a:cs typeface="Arial"/>
              </a:defRPr>
            </a:lvl9pPr>
          </a:lstStyle>
          <a:p xmlns:a="http://schemas.openxmlformats.org/drawingml/2006/main">
            <a:pPr algn="l">
              <a:defRPr sz="2025" b="1">
                <a:solidFill>
                  <a:srgbClr val="101B2D"/>
                </a:solidFill>
                <a:latin typeface="Arial"/>
                <a:ea typeface="Arial"/>
                <a:cs typeface="Arial"/>
              </a:defRPr>
            </a:pPr>
            <a:r>
              <a:rPr sz="2025" b="1">
                <a:solidFill>
                  <a:srgbClr val="101B2D"/>
                </a:solidFill>
                <a:latin typeface="Arial"/>
                <a:ea typeface="Arial"/>
                <a:cs typeface="Arial"/>
              </a:rPr>
              <a:t>AttentionTwin</a:t>
            </a:r>
          </a:p>
        </p:txBody>
      </p:sp>
      <p:sp>
        <p:nvSpPr>
          <p:cNvPr id="13" name="">
            <a:extLst xmlns:a="http://schemas.openxmlformats.org/drawingml/2006/main">
              <a:ext uri="{FF2B5EF4-FFF2-40B4-BE49-F238E27FC236}">
                <a16:creationId xmlns:a16="http://schemas.microsoft.com/office/drawing/2014/main" id="{28F2743B-9DB1-44FE-AD8A-859C7DA6092C}"/>
              </a:ext>
            </a:extLst>
          </p:cNvPr>
          <p:cNvSpPr>
            <a:spLocks xmlns:a="http://schemas.openxmlformats.org/drawingml/2006/main" noGrp="1"/>
          </p:cNvSpPr>
          <p:nvPr/>
        </p:nvSpPr>
        <p:spPr>
          <a:xfrm xmlns:a="http://schemas.openxmlformats.org/drawingml/2006/main">
            <a:off x="685800" y="60198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0F766E"/>
                </a:solidFill>
                <a:latin typeface="Arial"/>
                <a:ea typeface="Arial"/>
                <a:cs typeface="Arial"/>
              </a:defRPr>
            </a:defPPr>
            <a:lvl1pPr algn="l">
              <a:defRPr sz="1350" b="1">
                <a:solidFill>
                  <a:srgbClr val="0F766E"/>
                </a:solidFill>
                <a:latin typeface="Arial"/>
                <a:ea typeface="Arial"/>
                <a:cs typeface="Arial"/>
              </a:defRPr>
            </a:lvl1pPr>
            <a:lvl2pPr algn="l">
              <a:defRPr sz="1350" b="1">
                <a:solidFill>
                  <a:srgbClr val="0F766E"/>
                </a:solidFill>
                <a:latin typeface="Arial"/>
                <a:ea typeface="Arial"/>
                <a:cs typeface="Arial"/>
              </a:defRPr>
            </a:lvl2pPr>
            <a:lvl3pPr algn="l">
              <a:defRPr sz="1350" b="1">
                <a:solidFill>
                  <a:srgbClr val="0F766E"/>
                </a:solidFill>
                <a:latin typeface="Arial"/>
                <a:ea typeface="Arial"/>
                <a:cs typeface="Arial"/>
              </a:defRPr>
            </a:lvl3pPr>
            <a:lvl4pPr algn="l">
              <a:defRPr sz="1350" b="1">
                <a:solidFill>
                  <a:srgbClr val="0F766E"/>
                </a:solidFill>
                <a:latin typeface="Arial"/>
                <a:ea typeface="Arial"/>
                <a:cs typeface="Arial"/>
              </a:defRPr>
            </a:lvl4pPr>
            <a:lvl5pPr algn="l">
              <a:defRPr sz="1350" b="1">
                <a:solidFill>
                  <a:srgbClr val="0F766E"/>
                </a:solidFill>
                <a:latin typeface="Arial"/>
                <a:ea typeface="Arial"/>
                <a:cs typeface="Arial"/>
              </a:defRPr>
            </a:lvl5pPr>
            <a:lvl6pPr algn="l">
              <a:defRPr sz="1350" b="1">
                <a:solidFill>
                  <a:srgbClr val="0F766E"/>
                </a:solidFill>
                <a:latin typeface="Arial"/>
                <a:ea typeface="Arial"/>
                <a:cs typeface="Arial"/>
              </a:defRPr>
            </a:lvl6pPr>
            <a:lvl7pPr algn="l">
              <a:defRPr sz="1350" b="1">
                <a:solidFill>
                  <a:srgbClr val="0F766E"/>
                </a:solidFill>
                <a:latin typeface="Arial"/>
                <a:ea typeface="Arial"/>
                <a:cs typeface="Arial"/>
              </a:defRPr>
            </a:lvl7pPr>
            <a:lvl8pPr algn="l">
              <a:defRPr sz="1350" b="1">
                <a:solidFill>
                  <a:srgbClr val="0F766E"/>
                </a:solidFill>
                <a:latin typeface="Arial"/>
                <a:ea typeface="Arial"/>
                <a:cs typeface="Arial"/>
              </a:defRPr>
            </a:lvl8pPr>
            <a:lvl9pPr algn="l">
              <a:defRPr sz="1350" b="1">
                <a:solidFill>
                  <a:srgbClr val="0F766E"/>
                </a:solidFill>
                <a:latin typeface="Arial"/>
                <a:ea typeface="Arial"/>
                <a:cs typeface="Arial"/>
              </a:defRPr>
            </a:lvl9pPr>
          </a:lstStyle>
          <a:p xmlns:a="http://schemas.openxmlformats.org/drawingml/2006/main">
            <a:pPr algn="l">
              <a:defRPr sz="1350" b="1">
                <a:solidFill>
                  <a:srgbClr val="0F766E"/>
                </a:solidFill>
                <a:latin typeface="Arial"/>
                <a:ea typeface="Arial"/>
                <a:cs typeface="Arial"/>
              </a:defRPr>
            </a:pPr>
            <a:r>
              <a:rPr sz="1350" b="1">
                <a:solidFill>
                  <a:srgbClr val="0F766E"/>
                </a:solidFill>
                <a:latin typeface="Arial"/>
                <a:ea typeface="Arial"/>
                <a:cs typeface="Arial"/>
              </a:rPr>
              <a:t>You choose what waits.</a:t>
            </a:r>
          </a:p>
        </p:txBody>
      </p:sp>
      <p:sp>
        <p:nvSpPr>
          <p:cNvPr id="14" name="">
            <a:extLst xmlns:a="http://schemas.openxmlformats.org/drawingml/2006/main">
              <a:ext uri="{FF2B5EF4-FFF2-40B4-BE49-F238E27FC236}">
                <a16:creationId xmlns:a16="http://schemas.microsoft.com/office/drawing/2014/main" id="{82F39314-072E-4E88-B4C9-32D7713373B2}"/>
              </a:ext>
            </a:extLst>
          </p:cNvPr>
          <p:cNvSpPr>
            <a:spLocks xmlns:a="http://schemas.openxmlformats.org/drawingml/2006/main" noGrp="1"/>
          </p:cNvSpPr>
          <p:nvPr/>
        </p:nvSpPr>
        <p:spPr>
          <a:xfrm xmlns:a="http://schemas.openxmlformats.org/drawingml/2006/main">
            <a:off x="5105400" y="5791200"/>
            <a:ext cx="640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26174"/>
                </a:solidFill>
                <a:latin typeface="Arial"/>
                <a:ea typeface="Arial"/>
                <a:cs typeface="Arial"/>
              </a:defRPr>
            </a:defPPr>
            <a:lvl1pPr algn="l">
              <a:defRPr sz="975" b="0">
                <a:solidFill>
                  <a:srgbClr val="526174"/>
                </a:solidFill>
                <a:latin typeface="Arial"/>
                <a:ea typeface="Arial"/>
                <a:cs typeface="Arial"/>
              </a:defRPr>
            </a:lvl1pPr>
            <a:lvl2pPr algn="l">
              <a:defRPr sz="975" b="0">
                <a:solidFill>
                  <a:srgbClr val="526174"/>
                </a:solidFill>
                <a:latin typeface="Arial"/>
                <a:ea typeface="Arial"/>
                <a:cs typeface="Arial"/>
              </a:defRPr>
            </a:lvl2pPr>
            <a:lvl3pPr algn="l">
              <a:defRPr sz="975" b="0">
                <a:solidFill>
                  <a:srgbClr val="526174"/>
                </a:solidFill>
                <a:latin typeface="Arial"/>
                <a:ea typeface="Arial"/>
                <a:cs typeface="Arial"/>
              </a:defRPr>
            </a:lvl3pPr>
            <a:lvl4pPr algn="l">
              <a:defRPr sz="975" b="0">
                <a:solidFill>
                  <a:srgbClr val="526174"/>
                </a:solidFill>
                <a:latin typeface="Arial"/>
                <a:ea typeface="Arial"/>
                <a:cs typeface="Arial"/>
              </a:defRPr>
            </a:lvl4pPr>
            <a:lvl5pPr algn="l">
              <a:defRPr sz="975" b="0">
                <a:solidFill>
                  <a:srgbClr val="526174"/>
                </a:solidFill>
                <a:latin typeface="Arial"/>
                <a:ea typeface="Arial"/>
                <a:cs typeface="Arial"/>
              </a:defRPr>
            </a:lvl5pPr>
            <a:lvl6pPr algn="l">
              <a:defRPr sz="975" b="0">
                <a:solidFill>
                  <a:srgbClr val="526174"/>
                </a:solidFill>
                <a:latin typeface="Arial"/>
                <a:ea typeface="Arial"/>
                <a:cs typeface="Arial"/>
              </a:defRPr>
            </a:lvl6pPr>
            <a:lvl7pPr algn="l">
              <a:defRPr sz="975" b="0">
                <a:solidFill>
                  <a:srgbClr val="526174"/>
                </a:solidFill>
                <a:latin typeface="Arial"/>
                <a:ea typeface="Arial"/>
                <a:cs typeface="Arial"/>
              </a:defRPr>
            </a:lvl7pPr>
            <a:lvl8pPr algn="l">
              <a:defRPr sz="975" b="0">
                <a:solidFill>
                  <a:srgbClr val="526174"/>
                </a:solidFill>
                <a:latin typeface="Arial"/>
                <a:ea typeface="Arial"/>
                <a:cs typeface="Arial"/>
              </a:defRPr>
            </a:lvl8pPr>
            <a:lvl9pPr algn="l">
              <a:defRPr sz="975" b="0">
                <a:solidFill>
                  <a:srgbClr val="526174"/>
                </a:solidFill>
                <a:latin typeface="Arial"/>
                <a:ea typeface="Arial"/>
                <a:cs typeface="Arial"/>
              </a:defRPr>
            </a:lvl9pPr>
          </a:lstStyle>
          <a:p xmlns:a="http://schemas.openxmlformats.org/drawingml/2006/main">
            <a:pPr algn="l">
              <a:defRPr sz="975" b="0">
                <a:solidFill>
                  <a:srgbClr val="526174"/>
                </a:solidFill>
                <a:latin typeface="Arial"/>
                <a:ea typeface="Arial"/>
                <a:cs typeface="Arial"/>
              </a:defRPr>
            </a:pPr>
            <a:r>
              <a:rPr sz="975" b="0">
                <a:solidFill>
                  <a:srgbClr val="526174"/>
                </a:solidFill>
                <a:latin typeface="Arial"/>
                <a:ea typeface="Arial"/>
                <a:cs typeface="Arial"/>
              </a:rPr>
              <a:t>Research motivation: Iqbal &amp; Horvitz, CHI 2007, 27 information workers; desktop study, not a phone-specific AttentionTwin result.</a:t>
            </a:r>
          </a:p>
        </p:txBody>
      </p:sp>
    </p:spTree>
    <p:extLst>
      <p:ext uri="{BB962C8B-B14F-4D97-AF65-F5344CB8AC3E}">
        <p14:creationId xmlns:p14="http://schemas.microsoft.com/office/powerpoint/2010/main" val="15138485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2026-10-26T07:47:23.0970000Z</dcterms:created>
  <dcterms:modified xsi:type="dcterms:W3CDTF">2026-10-26T07:47:23.0970000Z</dcterms:modified>
</coreProperties>
</file>